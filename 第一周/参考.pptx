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67" r:id="rId3"/>
    <p:sldId id="921" r:id="rId5"/>
    <p:sldId id="968" r:id="rId6"/>
    <p:sldId id="896" r:id="rId7"/>
    <p:sldId id="969" r:id="rId8"/>
    <p:sldId id="919" r:id="rId9"/>
    <p:sldId id="974" r:id="rId10"/>
    <p:sldId id="980" r:id="rId11"/>
    <p:sldId id="976" r:id="rId12"/>
    <p:sldId id="920" r:id="rId13"/>
    <p:sldId id="754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" initials="T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4CB"/>
    <a:srgbClr val="9A0000"/>
    <a:srgbClr val="9B0000"/>
    <a:srgbClr val="A00000"/>
    <a:srgbClr val="0053A3"/>
    <a:srgbClr val="30696A"/>
    <a:srgbClr val="FFFFFF"/>
    <a:srgbClr val="404040"/>
    <a:srgbClr val="ECECEC"/>
    <a:srgbClr val="453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8" autoAdjust="0"/>
    <p:restoredTop sz="70738" autoAdjust="0"/>
  </p:normalViewPr>
  <p:slideViewPr>
    <p:cSldViewPr snapToGrid="0">
      <p:cViewPr varScale="1">
        <p:scale>
          <a:sx n="47" d="100"/>
          <a:sy n="47" d="100"/>
        </p:scale>
        <p:origin x="13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4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sysfilter: Automated System Call Filtering for Commodity Software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[TCAD 21] </a:t>
            </a:r>
            <a:r>
              <a:rPr>
                <a:sym typeface="+mn-ea"/>
              </a:rPr>
              <a:t>Voltage-based covert channels using FPGAs. ACM Transactions on Design Automation of Electronic Systems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[DATE 20] </a:t>
            </a:r>
            <a:r>
              <a:rPr>
                <a:sym typeface="+mn-ea"/>
              </a:rPr>
              <a:t>Are cloud FPGAs really vulnerable to power analysis attacks?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[TCAD 21] </a:t>
            </a:r>
            <a:r>
              <a:rPr>
                <a:sym typeface="+mn-ea"/>
              </a:rPr>
              <a:t>Voltage-based covert channels using FPGAs. ACM Transactions on Design Automation of Electronic Systems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[DATE 20] </a:t>
            </a:r>
            <a:r>
              <a:rPr>
                <a:sym typeface="+mn-ea"/>
              </a:rPr>
              <a:t>Are cloud FPGAs really vulnerable to power analysis attacks?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 In MERCURY, we do not need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manually set the TDC location, yet still successfully initiate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attack. Figure 4 shows the floorplan of our implemented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design, with the resource utilization on the FPGA.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Reverse Engineering Neural Network Folding with Remote FPGA Power Analysis</a:t>
            </a:r>
            <a:endParaRPr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75D99-2AE7-49F1-BB03-59E2BF5579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6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&lt; </a:t>
            </a:r>
            <a:fld id="{A548B57D-AE10-4CF7-A9DF-59FEFA91B28E}" type="slidenum">
              <a:rPr lang="zh-CN" altLang="en-US" smtClean="0"/>
            </a:fld>
            <a:r>
              <a:rPr lang="zh-CN" altLang="en-US"/>
              <a:t> </a:t>
            </a:r>
            <a:r>
              <a:rPr lang="en-US" altLang="zh-CN"/>
              <a:t>&gt;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9886AE2-C86B-44D0-8078-C30E1666FA2C}" type="datetimeFigureOut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82316E8-30C0-42CC-AA94-08D524933F88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2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C821-51AF-415E-BF5B-CDCDE34663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tags" Target="../tags/tag10.xml"/><Relationship Id="rId3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tags" Target="../tags/tag13.xml"/><Relationship Id="rId5" Type="http://schemas.openxmlformats.org/officeDocument/2006/relationships/image" Target="../media/image12.png"/><Relationship Id="rId4" Type="http://schemas.openxmlformats.org/officeDocument/2006/relationships/tags" Target="../tags/tag12.xml"/><Relationship Id="rId3" Type="http://schemas.openxmlformats.org/officeDocument/2006/relationships/image" Target="../media/image11.png"/><Relationship Id="rId2" Type="http://schemas.openxmlformats.org/officeDocument/2006/relationships/tags" Target="../tags/tag1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183005"/>
            <a:ext cx="12192000" cy="12719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605" y="1313815"/>
            <a:ext cx="11906250" cy="1175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A Power to Pulse Width Modulation Sensor for Remote Power Analysis Attacks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3335" y="5177790"/>
            <a:ext cx="454533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2400"/>
              <a:t>Published in CHES 23</a:t>
            </a:r>
            <a:endParaRPr lang="zh-CN" altLang="en-US" sz="2400"/>
          </a:p>
          <a:p>
            <a:pPr algn="ctr" fontAlgn="auto">
              <a:lnSpc>
                <a:spcPct val="150000"/>
              </a:lnSpc>
            </a:pPr>
            <a:r>
              <a:rPr lang="zh-CN" altLang="en-US" sz="2400"/>
              <a:t>汇报人：张鑫</a:t>
            </a:r>
            <a:endParaRPr lang="zh-CN" altLang="en-US" sz="2400"/>
          </a:p>
          <a:p>
            <a:pPr algn="ctr" fontAlgn="auto">
              <a:lnSpc>
                <a:spcPct val="150000"/>
              </a:lnSpc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8430" y="2904490"/>
            <a:ext cx="9375775" cy="1858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6793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Threat Model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190" y="1068070"/>
            <a:ext cx="11516995" cy="1151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the shared FPGA houses two shells:(1), the attacker shell and (2), the victim shell</a:t>
            </a:r>
            <a:endParaRPr lang="en-US" altLang="zh-CN" sz="20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Arial" panose="020B0604020202090204" pitchFamily="34" charset="0"/>
              </a:rPr>
              <a:t>The attacker logs the ciphertext along with the power fluctuations sensed by PPWM during the corresponding encryption.</a:t>
            </a:r>
            <a:endParaRPr lang="en-US" altLang="zh-CN" sz="2000">
              <a:latin typeface="Arial" panose="020B060402020209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15983"/>
          <a:stretch>
            <a:fillRect/>
          </a:stretch>
        </p:blipFill>
        <p:spPr>
          <a:xfrm>
            <a:off x="2018665" y="2997200"/>
            <a:ext cx="8154670" cy="3341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6793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Threat Model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8655" y="1068070"/>
            <a:ext cx="10687050" cy="1151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Arial" panose="020B0604020202090204" pitchFamily="34" charset="0"/>
                <a:cs typeface="Arial" panose="020B0604020202090204" pitchFamily="34" charset="0"/>
              </a:rPr>
              <a:t>Research Question:  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RPA attacks rely on covert communication channels for communicating with the on-chip sensor. It is crucial for the attacker to devise an on-chip sensor that demands </a:t>
            </a:r>
            <a:r>
              <a:rPr lang="en-US" altLang="zh-CN" sz="2000" b="1">
                <a:latin typeface="Arial" panose="020B0604020202090204" pitchFamily="34" charset="0"/>
                <a:cs typeface="Arial" panose="020B0604020202090204" pitchFamily="34" charset="0"/>
              </a:rPr>
              <a:t>minimum communication bandwidth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endParaRPr lang="en-US" altLang="zh-CN" sz="20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Arial" panose="020B0604020202090204" pitchFamily="34" charset="0"/>
              </a:rPr>
              <a:t>Contributions:</a:t>
            </a:r>
            <a:endParaRPr lang="en-US" altLang="zh-CN" sz="2000" b="1">
              <a:latin typeface="Arial" panose="020B0604020202090204" pitchFamily="34" charset="0"/>
            </a:endParaRPr>
          </a:p>
          <a:p>
            <a:pPr marL="457200" indent="-45720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>
                <a:latin typeface="Arial" panose="020B0604020202090204" pitchFamily="34" charset="0"/>
              </a:rPr>
              <a:t>A new type of core logic design and a new on-chip sensor</a:t>
            </a:r>
            <a:endParaRPr lang="en-US" altLang="zh-CN" sz="2000">
              <a:latin typeface="Arial" panose="020B0604020202090204" pitchFamily="34" charset="0"/>
            </a:endParaRPr>
          </a:p>
          <a:p>
            <a:pPr marL="457200" indent="-45720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>
                <a:latin typeface="Arial" panose="020B0604020202090204" pitchFamily="34" charset="0"/>
              </a:rPr>
              <a:t>Successful attacks while keeping the communication bandwidth to a minimum</a:t>
            </a:r>
            <a:endParaRPr lang="en-US" altLang="zh-CN" sz="2000">
              <a:latin typeface="Arial" panose="020B0604020202090204" pitchFamily="34" charset="0"/>
            </a:endParaRPr>
          </a:p>
          <a:p>
            <a:pPr marL="457200" indent="-45720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>
                <a:latin typeface="Arial" panose="020B0604020202090204" pitchFamily="34" charset="0"/>
              </a:rPr>
              <a:t>For the first time, propose that lower sensor resolution does not significantly affect the RPA attack efficacy (i.e., attacking AES-128)</a:t>
            </a:r>
            <a:endParaRPr lang="en-US" altLang="zh-CN" sz="2000">
              <a:latin typeface="Arial" panose="020B0604020202090204" pitchFamily="34" charset="0"/>
            </a:endParaRPr>
          </a:p>
          <a:p>
            <a:pPr marL="457200" indent="-45720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>
                <a:latin typeface="Arial" panose="020B0604020202090204" pitchFamily="34" charset="0"/>
              </a:rPr>
              <a:t>Evaluation of PPWM under various design parameters and operating conditions </a:t>
            </a:r>
            <a:endParaRPr lang="en-US" altLang="zh-CN" sz="2000">
              <a:latin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endParaRPr lang="en-US" altLang="zh-CN" sz="200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Design of PPWM Sensor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2930" y="2488565"/>
            <a:ext cx="7371080" cy="32454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9455" y="1201420"/>
            <a:ext cx="10947400" cy="158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</a:rPr>
              <a:t>PPWM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 creates power consumption sensitive pulses and records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the created pulses as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single bit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 information that can be used to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perform successful RPA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attacks</a:t>
            </a:r>
            <a:endParaRPr lang="zh-CN" altLang="en-US" sz="20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00670" y="2788920"/>
            <a:ext cx="394779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PPWM only has 1 FF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PPWM is are-efficient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PPWM’s pulses are sensitive to power consumption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372100" y="-88265"/>
            <a:ext cx="5238115" cy="2411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Design of PPWM Sensor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9455" y="1201420"/>
            <a:ext cx="10947400" cy="158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</a:rPr>
              <a:t>PPWM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 creates power consumption sensitive pulses and records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the created pulses as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single bit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 information</a:t>
            </a:r>
            <a:r>
              <a:rPr lang="en-US" altLang="zh-CN" sz="2000">
                <a:latin typeface="Arial" panose="020B0604020202090204" pitchFamily="34" charset="0"/>
                <a:sym typeface="+mn-ea"/>
              </a:rPr>
              <a:t> indicating whether the power consumption exceeded the threshold or not.</a:t>
            </a:r>
            <a:endParaRPr lang="zh-CN" altLang="en-US" sz="20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26255" y="2315210"/>
            <a:ext cx="3202940" cy="39700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4815" y="3512185"/>
            <a:ext cx="3901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PWM（Pulse Width Modulation）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How PPWM works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467" t="854" b="8575"/>
          <a:stretch>
            <a:fillRect/>
          </a:stretch>
        </p:blipFill>
        <p:spPr>
          <a:xfrm>
            <a:off x="668020" y="1068070"/>
            <a:ext cx="6973570" cy="5526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41590" y="1201420"/>
            <a:ext cx="4406265" cy="1581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This paper exploits the </a:t>
            </a:r>
            <a:r>
              <a:rPr lang="en-US" altLang="zh-CN" sz="200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waveform /pulse </a:t>
            </a:r>
            <a:r>
              <a:rPr lang="en-US" altLang="zh-CN" sz="200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to perform their attack</a:t>
            </a:r>
            <a:endParaRPr lang="en-US" altLang="zh-CN" sz="200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XOR is used to amplify the pulse width difference</a:t>
            </a:r>
            <a:endParaRPr lang="en-US" altLang="zh-CN" sz="20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xperimental Setup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5506" t="434" r="7391" b="49688"/>
          <a:stretch>
            <a:fillRect/>
          </a:stretch>
        </p:blipFill>
        <p:spPr>
          <a:xfrm>
            <a:off x="1958975" y="1286510"/>
            <a:ext cx="8274685" cy="5267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xperimental Setup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9204" t="50478" r="9653" b="7581"/>
          <a:stretch>
            <a:fillRect/>
          </a:stretch>
        </p:blipFill>
        <p:spPr>
          <a:xfrm>
            <a:off x="1846580" y="1393825"/>
            <a:ext cx="8498840" cy="4884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xperimental Results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747" r="3393"/>
          <a:stretch>
            <a:fillRect/>
          </a:stretch>
        </p:blipFill>
        <p:spPr>
          <a:xfrm>
            <a:off x="6548120" y="1755775"/>
            <a:ext cx="5535930" cy="37382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2580" y="1919605"/>
            <a:ext cx="6289675" cy="3574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510" y="546100"/>
            <a:ext cx="2347595" cy="65532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 flipV="1">
            <a:off x="7529454" y="6772905"/>
            <a:ext cx="4682001" cy="12874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546100"/>
            <a:ext cx="88734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A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Lack of reference </a:t>
            </a:r>
            <a:endParaRPr lang="en-US" sz="2800" b="1" dirty="0">
              <a:solidFill>
                <a:srgbClr val="A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445" y="1201420"/>
            <a:ext cx="9896475" cy="20561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21045" y="3051175"/>
            <a:ext cx="4932680" cy="17392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22350" y="4929505"/>
            <a:ext cx="9954895" cy="1443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583428" y="1571543"/>
            <a:ext cx="2136277" cy="157242"/>
            <a:chOff x="4616246" y="3878362"/>
            <a:chExt cx="5571416" cy="410087"/>
          </a:xfrm>
          <a:solidFill>
            <a:schemeClr val="tx1">
              <a:alpha val="80000"/>
            </a:schemeClr>
          </a:solidFill>
        </p:grpSpPr>
        <p:sp>
          <p:nvSpPr>
            <p:cNvPr id="43" name="Freeform 17"/>
            <p:cNvSpPr>
              <a:spLocks noEditPoints="1"/>
            </p:cNvSpPr>
            <p:nvPr/>
          </p:nvSpPr>
          <p:spPr bwMode="auto">
            <a:xfrm>
              <a:off x="8617798" y="3887973"/>
              <a:ext cx="362030" cy="387660"/>
            </a:xfrm>
            <a:custGeom>
              <a:avLst/>
              <a:gdLst>
                <a:gd name="T0" fmla="*/ 34 w 127"/>
                <a:gd name="T1" fmla="*/ 71 h 136"/>
                <a:gd name="T2" fmla="*/ 34 w 127"/>
                <a:gd name="T3" fmla="*/ 81 h 136"/>
                <a:gd name="T4" fmla="*/ 34 w 127"/>
                <a:gd name="T5" fmla="*/ 114 h 136"/>
                <a:gd name="T6" fmla="*/ 35 w 127"/>
                <a:gd name="T7" fmla="*/ 122 h 136"/>
                <a:gd name="T8" fmla="*/ 40 w 127"/>
                <a:gd name="T9" fmla="*/ 127 h 136"/>
                <a:gd name="T10" fmla="*/ 49 w 127"/>
                <a:gd name="T11" fmla="*/ 128 h 136"/>
                <a:gd name="T12" fmla="*/ 49 w 127"/>
                <a:gd name="T13" fmla="*/ 135 h 136"/>
                <a:gd name="T14" fmla="*/ 1 w 127"/>
                <a:gd name="T15" fmla="*/ 135 h 136"/>
                <a:gd name="T16" fmla="*/ 0 w 127"/>
                <a:gd name="T17" fmla="*/ 132 h 136"/>
                <a:gd name="T18" fmla="*/ 0 w 127"/>
                <a:gd name="T19" fmla="*/ 128 h 136"/>
                <a:gd name="T20" fmla="*/ 9 w 127"/>
                <a:gd name="T21" fmla="*/ 127 h 136"/>
                <a:gd name="T22" fmla="*/ 16 w 127"/>
                <a:gd name="T23" fmla="*/ 120 h 136"/>
                <a:gd name="T24" fmla="*/ 17 w 127"/>
                <a:gd name="T25" fmla="*/ 111 h 136"/>
                <a:gd name="T26" fmla="*/ 17 w 127"/>
                <a:gd name="T27" fmla="*/ 22 h 136"/>
                <a:gd name="T28" fmla="*/ 16 w 127"/>
                <a:gd name="T29" fmla="*/ 15 h 136"/>
                <a:gd name="T30" fmla="*/ 9 w 127"/>
                <a:gd name="T31" fmla="*/ 9 h 136"/>
                <a:gd name="T32" fmla="*/ 0 w 127"/>
                <a:gd name="T33" fmla="*/ 8 h 136"/>
                <a:gd name="T34" fmla="*/ 0 w 127"/>
                <a:gd name="T35" fmla="*/ 1 h 136"/>
                <a:gd name="T36" fmla="*/ 4 w 127"/>
                <a:gd name="T37" fmla="*/ 0 h 136"/>
                <a:gd name="T38" fmla="*/ 71 w 127"/>
                <a:gd name="T39" fmla="*/ 0 h 136"/>
                <a:gd name="T40" fmla="*/ 94 w 127"/>
                <a:gd name="T41" fmla="*/ 4 h 136"/>
                <a:gd name="T42" fmla="*/ 116 w 127"/>
                <a:gd name="T43" fmla="*/ 32 h 136"/>
                <a:gd name="T44" fmla="*/ 97 w 127"/>
                <a:gd name="T45" fmla="*/ 66 h 136"/>
                <a:gd name="T46" fmla="*/ 80 w 127"/>
                <a:gd name="T47" fmla="*/ 70 h 136"/>
                <a:gd name="T48" fmla="*/ 71 w 127"/>
                <a:gd name="T49" fmla="*/ 71 h 136"/>
                <a:gd name="T50" fmla="*/ 73 w 127"/>
                <a:gd name="T51" fmla="*/ 75 h 136"/>
                <a:gd name="T52" fmla="*/ 104 w 127"/>
                <a:gd name="T53" fmla="*/ 114 h 136"/>
                <a:gd name="T54" fmla="*/ 105 w 127"/>
                <a:gd name="T55" fmla="*/ 116 h 136"/>
                <a:gd name="T56" fmla="*/ 127 w 127"/>
                <a:gd name="T57" fmla="*/ 128 h 136"/>
                <a:gd name="T58" fmla="*/ 127 w 127"/>
                <a:gd name="T59" fmla="*/ 135 h 136"/>
                <a:gd name="T60" fmla="*/ 116 w 127"/>
                <a:gd name="T61" fmla="*/ 135 h 136"/>
                <a:gd name="T62" fmla="*/ 102 w 127"/>
                <a:gd name="T63" fmla="*/ 136 h 136"/>
                <a:gd name="T64" fmla="*/ 96 w 127"/>
                <a:gd name="T65" fmla="*/ 132 h 136"/>
                <a:gd name="T66" fmla="*/ 59 w 127"/>
                <a:gd name="T67" fmla="*/ 82 h 136"/>
                <a:gd name="T68" fmla="*/ 52 w 127"/>
                <a:gd name="T69" fmla="*/ 73 h 136"/>
                <a:gd name="T70" fmla="*/ 49 w 127"/>
                <a:gd name="T71" fmla="*/ 71 h 136"/>
                <a:gd name="T72" fmla="*/ 34 w 127"/>
                <a:gd name="T73" fmla="*/ 71 h 136"/>
                <a:gd name="T74" fmla="*/ 34 w 127"/>
                <a:gd name="T75" fmla="*/ 61 h 136"/>
                <a:gd name="T76" fmla="*/ 36 w 127"/>
                <a:gd name="T77" fmla="*/ 62 h 136"/>
                <a:gd name="T78" fmla="*/ 66 w 127"/>
                <a:gd name="T79" fmla="*/ 62 h 136"/>
                <a:gd name="T80" fmla="*/ 82 w 127"/>
                <a:gd name="T81" fmla="*/ 59 h 136"/>
                <a:gd name="T82" fmla="*/ 96 w 127"/>
                <a:gd name="T83" fmla="*/ 44 h 136"/>
                <a:gd name="T84" fmla="*/ 96 w 127"/>
                <a:gd name="T85" fmla="*/ 29 h 136"/>
                <a:gd name="T86" fmla="*/ 81 w 127"/>
                <a:gd name="T87" fmla="*/ 12 h 136"/>
                <a:gd name="T88" fmla="*/ 70 w 127"/>
                <a:gd name="T89" fmla="*/ 11 h 136"/>
                <a:gd name="T90" fmla="*/ 37 w 127"/>
                <a:gd name="T91" fmla="*/ 11 h 136"/>
                <a:gd name="T92" fmla="*/ 34 w 127"/>
                <a:gd name="T93" fmla="*/ 11 h 136"/>
                <a:gd name="T94" fmla="*/ 34 w 127"/>
                <a:gd name="T95" fmla="*/ 6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7" h="136">
                  <a:moveTo>
                    <a:pt x="34" y="71"/>
                  </a:moveTo>
                  <a:cubicBezTo>
                    <a:pt x="34" y="75"/>
                    <a:pt x="34" y="78"/>
                    <a:pt x="34" y="81"/>
                  </a:cubicBezTo>
                  <a:cubicBezTo>
                    <a:pt x="34" y="92"/>
                    <a:pt x="34" y="103"/>
                    <a:pt x="34" y="114"/>
                  </a:cubicBezTo>
                  <a:cubicBezTo>
                    <a:pt x="34" y="117"/>
                    <a:pt x="34" y="119"/>
                    <a:pt x="35" y="122"/>
                  </a:cubicBezTo>
                  <a:cubicBezTo>
                    <a:pt x="35" y="125"/>
                    <a:pt x="37" y="127"/>
                    <a:pt x="40" y="127"/>
                  </a:cubicBezTo>
                  <a:cubicBezTo>
                    <a:pt x="43" y="127"/>
                    <a:pt x="46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7" y="135"/>
                    <a:pt x="1" y="135"/>
                  </a:cubicBezTo>
                  <a:cubicBezTo>
                    <a:pt x="0" y="134"/>
                    <a:pt x="0" y="133"/>
                    <a:pt x="0" y="132"/>
                  </a:cubicBezTo>
                  <a:cubicBezTo>
                    <a:pt x="0" y="131"/>
                    <a:pt x="0" y="130"/>
                    <a:pt x="0" y="128"/>
                  </a:cubicBezTo>
                  <a:cubicBezTo>
                    <a:pt x="3" y="128"/>
                    <a:pt x="6" y="128"/>
                    <a:pt x="9" y="127"/>
                  </a:cubicBezTo>
                  <a:cubicBezTo>
                    <a:pt x="14" y="126"/>
                    <a:pt x="15" y="125"/>
                    <a:pt x="16" y="120"/>
                  </a:cubicBezTo>
                  <a:cubicBezTo>
                    <a:pt x="16" y="117"/>
                    <a:pt x="17" y="114"/>
                    <a:pt x="17" y="111"/>
                  </a:cubicBezTo>
                  <a:cubicBezTo>
                    <a:pt x="17" y="81"/>
                    <a:pt x="17" y="52"/>
                    <a:pt x="17" y="22"/>
                  </a:cubicBezTo>
                  <a:cubicBezTo>
                    <a:pt x="17" y="20"/>
                    <a:pt x="16" y="17"/>
                    <a:pt x="16" y="15"/>
                  </a:cubicBezTo>
                  <a:cubicBezTo>
                    <a:pt x="15" y="11"/>
                    <a:pt x="13" y="9"/>
                    <a:pt x="9" y="9"/>
                  </a:cubicBezTo>
                  <a:cubicBezTo>
                    <a:pt x="6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26" y="0"/>
                    <a:pt x="49" y="0"/>
                    <a:pt x="71" y="0"/>
                  </a:cubicBezTo>
                  <a:cubicBezTo>
                    <a:pt x="79" y="0"/>
                    <a:pt x="86" y="1"/>
                    <a:pt x="94" y="4"/>
                  </a:cubicBezTo>
                  <a:cubicBezTo>
                    <a:pt x="108" y="9"/>
                    <a:pt x="115" y="18"/>
                    <a:pt x="116" y="32"/>
                  </a:cubicBezTo>
                  <a:cubicBezTo>
                    <a:pt x="117" y="48"/>
                    <a:pt x="110" y="60"/>
                    <a:pt x="97" y="66"/>
                  </a:cubicBezTo>
                  <a:cubicBezTo>
                    <a:pt x="91" y="68"/>
                    <a:pt x="86" y="70"/>
                    <a:pt x="80" y="70"/>
                  </a:cubicBezTo>
                  <a:cubicBezTo>
                    <a:pt x="77" y="70"/>
                    <a:pt x="74" y="71"/>
                    <a:pt x="71" y="71"/>
                  </a:cubicBezTo>
                  <a:cubicBezTo>
                    <a:pt x="72" y="73"/>
                    <a:pt x="73" y="74"/>
                    <a:pt x="73" y="75"/>
                  </a:cubicBezTo>
                  <a:cubicBezTo>
                    <a:pt x="84" y="88"/>
                    <a:pt x="94" y="101"/>
                    <a:pt x="104" y="114"/>
                  </a:cubicBezTo>
                  <a:cubicBezTo>
                    <a:pt x="105" y="115"/>
                    <a:pt x="105" y="115"/>
                    <a:pt x="105" y="116"/>
                  </a:cubicBezTo>
                  <a:cubicBezTo>
                    <a:pt x="111" y="122"/>
                    <a:pt x="117" y="128"/>
                    <a:pt x="127" y="128"/>
                  </a:cubicBezTo>
                  <a:cubicBezTo>
                    <a:pt x="127" y="130"/>
                    <a:pt x="127" y="133"/>
                    <a:pt x="127" y="135"/>
                  </a:cubicBezTo>
                  <a:cubicBezTo>
                    <a:pt x="124" y="135"/>
                    <a:pt x="120" y="135"/>
                    <a:pt x="116" y="135"/>
                  </a:cubicBezTo>
                  <a:cubicBezTo>
                    <a:pt x="111" y="135"/>
                    <a:pt x="107" y="135"/>
                    <a:pt x="102" y="136"/>
                  </a:cubicBezTo>
                  <a:cubicBezTo>
                    <a:pt x="99" y="136"/>
                    <a:pt x="97" y="134"/>
                    <a:pt x="96" y="132"/>
                  </a:cubicBezTo>
                  <a:cubicBezTo>
                    <a:pt x="83" y="115"/>
                    <a:pt x="71" y="99"/>
                    <a:pt x="59" y="82"/>
                  </a:cubicBezTo>
                  <a:cubicBezTo>
                    <a:pt x="57" y="79"/>
                    <a:pt x="54" y="76"/>
                    <a:pt x="52" y="73"/>
                  </a:cubicBezTo>
                  <a:cubicBezTo>
                    <a:pt x="51" y="72"/>
                    <a:pt x="50" y="71"/>
                    <a:pt x="49" y="71"/>
                  </a:cubicBezTo>
                  <a:cubicBezTo>
                    <a:pt x="44" y="71"/>
                    <a:pt x="39" y="71"/>
                    <a:pt x="34" y="71"/>
                  </a:cubicBezTo>
                  <a:close/>
                  <a:moveTo>
                    <a:pt x="34" y="61"/>
                  </a:moveTo>
                  <a:cubicBezTo>
                    <a:pt x="35" y="62"/>
                    <a:pt x="36" y="62"/>
                    <a:pt x="36" y="62"/>
                  </a:cubicBezTo>
                  <a:cubicBezTo>
                    <a:pt x="46" y="62"/>
                    <a:pt x="56" y="62"/>
                    <a:pt x="66" y="62"/>
                  </a:cubicBezTo>
                  <a:cubicBezTo>
                    <a:pt x="72" y="61"/>
                    <a:pt x="77" y="60"/>
                    <a:pt x="82" y="59"/>
                  </a:cubicBezTo>
                  <a:cubicBezTo>
                    <a:pt x="90" y="56"/>
                    <a:pt x="94" y="51"/>
                    <a:pt x="96" y="44"/>
                  </a:cubicBezTo>
                  <a:cubicBezTo>
                    <a:pt x="96" y="39"/>
                    <a:pt x="97" y="34"/>
                    <a:pt x="96" y="29"/>
                  </a:cubicBezTo>
                  <a:cubicBezTo>
                    <a:pt x="95" y="20"/>
                    <a:pt x="90" y="15"/>
                    <a:pt x="81" y="12"/>
                  </a:cubicBezTo>
                  <a:cubicBezTo>
                    <a:pt x="77" y="11"/>
                    <a:pt x="74" y="11"/>
                    <a:pt x="70" y="11"/>
                  </a:cubicBezTo>
                  <a:cubicBezTo>
                    <a:pt x="59" y="10"/>
                    <a:pt x="48" y="11"/>
                    <a:pt x="37" y="11"/>
                  </a:cubicBezTo>
                  <a:cubicBezTo>
                    <a:pt x="36" y="11"/>
                    <a:pt x="35" y="11"/>
                    <a:pt x="34" y="11"/>
                  </a:cubicBezTo>
                  <a:cubicBezTo>
                    <a:pt x="34" y="28"/>
                    <a:pt x="34" y="44"/>
                    <a:pt x="34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5333898" y="3887973"/>
              <a:ext cx="362030" cy="384457"/>
            </a:xfrm>
            <a:custGeom>
              <a:avLst/>
              <a:gdLst>
                <a:gd name="T0" fmla="*/ 50 w 127"/>
                <a:gd name="T1" fmla="*/ 70 h 135"/>
                <a:gd name="T2" fmla="*/ 34 w 127"/>
                <a:gd name="T3" fmla="*/ 87 h 135"/>
                <a:gd name="T4" fmla="*/ 33 w 127"/>
                <a:gd name="T5" fmla="*/ 90 h 135"/>
                <a:gd name="T6" fmla="*/ 33 w 127"/>
                <a:gd name="T7" fmla="*/ 116 h 135"/>
                <a:gd name="T8" fmla="*/ 34 w 127"/>
                <a:gd name="T9" fmla="*/ 120 h 135"/>
                <a:gd name="T10" fmla="*/ 41 w 127"/>
                <a:gd name="T11" fmla="*/ 127 h 135"/>
                <a:gd name="T12" fmla="*/ 49 w 127"/>
                <a:gd name="T13" fmla="*/ 128 h 135"/>
                <a:gd name="T14" fmla="*/ 49 w 127"/>
                <a:gd name="T15" fmla="*/ 135 h 135"/>
                <a:gd name="T16" fmla="*/ 0 w 127"/>
                <a:gd name="T17" fmla="*/ 135 h 135"/>
                <a:gd name="T18" fmla="*/ 0 w 127"/>
                <a:gd name="T19" fmla="*/ 128 h 135"/>
                <a:gd name="T20" fmla="*/ 7 w 127"/>
                <a:gd name="T21" fmla="*/ 128 h 135"/>
                <a:gd name="T22" fmla="*/ 16 w 127"/>
                <a:gd name="T23" fmla="*/ 118 h 135"/>
                <a:gd name="T24" fmla="*/ 16 w 127"/>
                <a:gd name="T25" fmla="*/ 111 h 135"/>
                <a:gd name="T26" fmla="*/ 16 w 127"/>
                <a:gd name="T27" fmla="*/ 24 h 135"/>
                <a:gd name="T28" fmla="*/ 16 w 127"/>
                <a:gd name="T29" fmla="*/ 16 h 135"/>
                <a:gd name="T30" fmla="*/ 8 w 127"/>
                <a:gd name="T31" fmla="*/ 9 h 135"/>
                <a:gd name="T32" fmla="*/ 0 w 127"/>
                <a:gd name="T33" fmla="*/ 8 h 135"/>
                <a:gd name="T34" fmla="*/ 0 w 127"/>
                <a:gd name="T35" fmla="*/ 1 h 135"/>
                <a:gd name="T36" fmla="*/ 49 w 127"/>
                <a:gd name="T37" fmla="*/ 1 h 135"/>
                <a:gd name="T38" fmla="*/ 50 w 127"/>
                <a:gd name="T39" fmla="*/ 8 h 135"/>
                <a:gd name="T40" fmla="*/ 41 w 127"/>
                <a:gd name="T41" fmla="*/ 9 h 135"/>
                <a:gd name="T42" fmla="*/ 34 w 127"/>
                <a:gd name="T43" fmla="*/ 16 h 135"/>
                <a:gd name="T44" fmla="*/ 33 w 127"/>
                <a:gd name="T45" fmla="*/ 23 h 135"/>
                <a:gd name="T46" fmla="*/ 33 w 127"/>
                <a:gd name="T47" fmla="*/ 70 h 135"/>
                <a:gd name="T48" fmla="*/ 33 w 127"/>
                <a:gd name="T49" fmla="*/ 73 h 135"/>
                <a:gd name="T50" fmla="*/ 36 w 127"/>
                <a:gd name="T51" fmla="*/ 71 h 135"/>
                <a:gd name="T52" fmla="*/ 83 w 127"/>
                <a:gd name="T53" fmla="*/ 19 h 135"/>
                <a:gd name="T54" fmla="*/ 86 w 127"/>
                <a:gd name="T55" fmla="*/ 14 h 135"/>
                <a:gd name="T56" fmla="*/ 84 w 127"/>
                <a:gd name="T57" fmla="*/ 9 h 135"/>
                <a:gd name="T58" fmla="*/ 76 w 127"/>
                <a:gd name="T59" fmla="*/ 8 h 135"/>
                <a:gd name="T60" fmla="*/ 76 w 127"/>
                <a:gd name="T61" fmla="*/ 1 h 135"/>
                <a:gd name="T62" fmla="*/ 122 w 127"/>
                <a:gd name="T63" fmla="*/ 1 h 135"/>
                <a:gd name="T64" fmla="*/ 122 w 127"/>
                <a:gd name="T65" fmla="*/ 8 h 135"/>
                <a:gd name="T66" fmla="*/ 118 w 127"/>
                <a:gd name="T67" fmla="*/ 8 h 135"/>
                <a:gd name="T68" fmla="*/ 99 w 127"/>
                <a:gd name="T69" fmla="*/ 18 h 135"/>
                <a:gd name="T70" fmla="*/ 77 w 127"/>
                <a:gd name="T71" fmla="*/ 41 h 135"/>
                <a:gd name="T72" fmla="*/ 62 w 127"/>
                <a:gd name="T73" fmla="*/ 57 h 135"/>
                <a:gd name="T74" fmla="*/ 64 w 127"/>
                <a:gd name="T75" fmla="*/ 61 h 135"/>
                <a:gd name="T76" fmla="*/ 102 w 127"/>
                <a:gd name="T77" fmla="*/ 113 h 135"/>
                <a:gd name="T78" fmla="*/ 108 w 127"/>
                <a:gd name="T79" fmla="*/ 120 h 135"/>
                <a:gd name="T80" fmla="*/ 123 w 127"/>
                <a:gd name="T81" fmla="*/ 127 h 135"/>
                <a:gd name="T82" fmla="*/ 127 w 127"/>
                <a:gd name="T83" fmla="*/ 128 h 135"/>
                <a:gd name="T84" fmla="*/ 127 w 127"/>
                <a:gd name="T85" fmla="*/ 135 h 135"/>
                <a:gd name="T86" fmla="*/ 73 w 127"/>
                <a:gd name="T87" fmla="*/ 135 h 135"/>
                <a:gd name="T88" fmla="*/ 73 w 127"/>
                <a:gd name="T89" fmla="*/ 128 h 135"/>
                <a:gd name="T90" fmla="*/ 80 w 127"/>
                <a:gd name="T91" fmla="*/ 127 h 135"/>
                <a:gd name="T92" fmla="*/ 84 w 127"/>
                <a:gd name="T93" fmla="*/ 120 h 135"/>
                <a:gd name="T94" fmla="*/ 82 w 127"/>
                <a:gd name="T95" fmla="*/ 115 h 135"/>
                <a:gd name="T96" fmla="*/ 51 w 127"/>
                <a:gd name="T97" fmla="*/ 72 h 135"/>
                <a:gd name="T98" fmla="*/ 50 w 127"/>
                <a:gd name="T99" fmla="*/ 7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7" h="135">
                  <a:moveTo>
                    <a:pt x="50" y="70"/>
                  </a:moveTo>
                  <a:cubicBezTo>
                    <a:pt x="44" y="76"/>
                    <a:pt x="39" y="81"/>
                    <a:pt x="34" y="87"/>
                  </a:cubicBezTo>
                  <a:cubicBezTo>
                    <a:pt x="33" y="88"/>
                    <a:pt x="33" y="89"/>
                    <a:pt x="33" y="90"/>
                  </a:cubicBezTo>
                  <a:cubicBezTo>
                    <a:pt x="33" y="99"/>
                    <a:pt x="33" y="107"/>
                    <a:pt x="33" y="116"/>
                  </a:cubicBezTo>
                  <a:cubicBezTo>
                    <a:pt x="33" y="117"/>
                    <a:pt x="33" y="118"/>
                    <a:pt x="34" y="120"/>
                  </a:cubicBezTo>
                  <a:cubicBezTo>
                    <a:pt x="35" y="125"/>
                    <a:pt x="36" y="126"/>
                    <a:pt x="41" y="127"/>
                  </a:cubicBezTo>
                  <a:cubicBezTo>
                    <a:pt x="44" y="127"/>
                    <a:pt x="46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7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2" y="128"/>
                    <a:pt x="5" y="128"/>
                    <a:pt x="7" y="128"/>
                  </a:cubicBezTo>
                  <a:cubicBezTo>
                    <a:pt x="14" y="127"/>
                    <a:pt x="16" y="125"/>
                    <a:pt x="16" y="118"/>
                  </a:cubicBezTo>
                  <a:cubicBezTo>
                    <a:pt x="16" y="115"/>
                    <a:pt x="16" y="113"/>
                    <a:pt x="16" y="111"/>
                  </a:cubicBezTo>
                  <a:cubicBezTo>
                    <a:pt x="16" y="82"/>
                    <a:pt x="16" y="53"/>
                    <a:pt x="16" y="24"/>
                  </a:cubicBezTo>
                  <a:cubicBezTo>
                    <a:pt x="16" y="21"/>
                    <a:pt x="16" y="18"/>
                    <a:pt x="16" y="16"/>
                  </a:cubicBezTo>
                  <a:cubicBezTo>
                    <a:pt x="15" y="11"/>
                    <a:pt x="13" y="9"/>
                    <a:pt x="8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4" y="0"/>
                    <a:pt x="40" y="0"/>
                    <a:pt x="49" y="1"/>
                  </a:cubicBezTo>
                  <a:cubicBezTo>
                    <a:pt x="49" y="3"/>
                    <a:pt x="50" y="5"/>
                    <a:pt x="50" y="8"/>
                  </a:cubicBezTo>
                  <a:cubicBezTo>
                    <a:pt x="47" y="8"/>
                    <a:pt x="44" y="8"/>
                    <a:pt x="41" y="9"/>
                  </a:cubicBezTo>
                  <a:cubicBezTo>
                    <a:pt x="37" y="9"/>
                    <a:pt x="34" y="11"/>
                    <a:pt x="34" y="16"/>
                  </a:cubicBezTo>
                  <a:cubicBezTo>
                    <a:pt x="33" y="18"/>
                    <a:pt x="33" y="20"/>
                    <a:pt x="33" y="23"/>
                  </a:cubicBezTo>
                  <a:cubicBezTo>
                    <a:pt x="33" y="39"/>
                    <a:pt x="33" y="54"/>
                    <a:pt x="33" y="70"/>
                  </a:cubicBezTo>
                  <a:cubicBezTo>
                    <a:pt x="33" y="71"/>
                    <a:pt x="33" y="72"/>
                    <a:pt x="33" y="73"/>
                  </a:cubicBezTo>
                  <a:cubicBezTo>
                    <a:pt x="35" y="72"/>
                    <a:pt x="36" y="72"/>
                    <a:pt x="36" y="71"/>
                  </a:cubicBezTo>
                  <a:cubicBezTo>
                    <a:pt x="52" y="54"/>
                    <a:pt x="67" y="37"/>
                    <a:pt x="83" y="19"/>
                  </a:cubicBezTo>
                  <a:cubicBezTo>
                    <a:pt x="84" y="18"/>
                    <a:pt x="85" y="16"/>
                    <a:pt x="86" y="14"/>
                  </a:cubicBezTo>
                  <a:cubicBezTo>
                    <a:pt x="88" y="12"/>
                    <a:pt x="87" y="10"/>
                    <a:pt x="84" y="9"/>
                  </a:cubicBezTo>
                  <a:cubicBezTo>
                    <a:pt x="81" y="8"/>
                    <a:pt x="79" y="8"/>
                    <a:pt x="76" y="8"/>
                  </a:cubicBezTo>
                  <a:cubicBezTo>
                    <a:pt x="76" y="5"/>
                    <a:pt x="76" y="3"/>
                    <a:pt x="76" y="1"/>
                  </a:cubicBezTo>
                  <a:cubicBezTo>
                    <a:pt x="79" y="0"/>
                    <a:pt x="114" y="0"/>
                    <a:pt x="122" y="1"/>
                  </a:cubicBezTo>
                  <a:cubicBezTo>
                    <a:pt x="122" y="3"/>
                    <a:pt x="122" y="5"/>
                    <a:pt x="122" y="8"/>
                  </a:cubicBezTo>
                  <a:cubicBezTo>
                    <a:pt x="121" y="8"/>
                    <a:pt x="120" y="8"/>
                    <a:pt x="118" y="8"/>
                  </a:cubicBezTo>
                  <a:cubicBezTo>
                    <a:pt x="111" y="9"/>
                    <a:pt x="104" y="12"/>
                    <a:pt x="99" y="18"/>
                  </a:cubicBezTo>
                  <a:cubicBezTo>
                    <a:pt x="92" y="25"/>
                    <a:pt x="85" y="33"/>
                    <a:pt x="77" y="41"/>
                  </a:cubicBezTo>
                  <a:cubicBezTo>
                    <a:pt x="72" y="46"/>
                    <a:pt x="67" y="52"/>
                    <a:pt x="62" y="57"/>
                  </a:cubicBezTo>
                  <a:cubicBezTo>
                    <a:pt x="63" y="58"/>
                    <a:pt x="64" y="59"/>
                    <a:pt x="64" y="61"/>
                  </a:cubicBezTo>
                  <a:cubicBezTo>
                    <a:pt x="77" y="78"/>
                    <a:pt x="90" y="95"/>
                    <a:pt x="102" y="113"/>
                  </a:cubicBezTo>
                  <a:cubicBezTo>
                    <a:pt x="104" y="115"/>
                    <a:pt x="106" y="118"/>
                    <a:pt x="108" y="120"/>
                  </a:cubicBezTo>
                  <a:cubicBezTo>
                    <a:pt x="112" y="124"/>
                    <a:pt x="117" y="127"/>
                    <a:pt x="123" y="127"/>
                  </a:cubicBezTo>
                  <a:cubicBezTo>
                    <a:pt x="124" y="128"/>
                    <a:pt x="125" y="128"/>
                    <a:pt x="127" y="128"/>
                  </a:cubicBezTo>
                  <a:cubicBezTo>
                    <a:pt x="127" y="130"/>
                    <a:pt x="127" y="133"/>
                    <a:pt x="127" y="135"/>
                  </a:cubicBezTo>
                  <a:cubicBezTo>
                    <a:pt x="109" y="135"/>
                    <a:pt x="91" y="135"/>
                    <a:pt x="73" y="135"/>
                  </a:cubicBezTo>
                  <a:cubicBezTo>
                    <a:pt x="73" y="133"/>
                    <a:pt x="73" y="131"/>
                    <a:pt x="73" y="128"/>
                  </a:cubicBezTo>
                  <a:cubicBezTo>
                    <a:pt x="75" y="128"/>
                    <a:pt x="78" y="128"/>
                    <a:pt x="80" y="127"/>
                  </a:cubicBezTo>
                  <a:cubicBezTo>
                    <a:pt x="85" y="127"/>
                    <a:pt x="86" y="125"/>
                    <a:pt x="84" y="120"/>
                  </a:cubicBezTo>
                  <a:cubicBezTo>
                    <a:pt x="84" y="118"/>
                    <a:pt x="83" y="117"/>
                    <a:pt x="82" y="115"/>
                  </a:cubicBezTo>
                  <a:cubicBezTo>
                    <a:pt x="72" y="101"/>
                    <a:pt x="61" y="86"/>
                    <a:pt x="51" y="72"/>
                  </a:cubicBezTo>
                  <a:cubicBezTo>
                    <a:pt x="51" y="71"/>
                    <a:pt x="50" y="71"/>
                    <a:pt x="50" y="7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7278607" y="3887973"/>
              <a:ext cx="358826" cy="384457"/>
            </a:xfrm>
            <a:custGeom>
              <a:avLst/>
              <a:gdLst>
                <a:gd name="T0" fmla="*/ 28 w 126"/>
                <a:gd name="T1" fmla="*/ 16 h 135"/>
                <a:gd name="T2" fmla="*/ 28 w 126"/>
                <a:gd name="T3" fmla="*/ 20 h 135"/>
                <a:gd name="T4" fmla="*/ 28 w 126"/>
                <a:gd name="T5" fmla="*/ 109 h 135"/>
                <a:gd name="T6" fmla="*/ 28 w 126"/>
                <a:gd name="T7" fmla="*/ 119 h 135"/>
                <a:gd name="T8" fmla="*/ 37 w 126"/>
                <a:gd name="T9" fmla="*/ 127 h 135"/>
                <a:gd name="T10" fmla="*/ 44 w 126"/>
                <a:gd name="T11" fmla="*/ 128 h 135"/>
                <a:gd name="T12" fmla="*/ 44 w 126"/>
                <a:gd name="T13" fmla="*/ 135 h 135"/>
                <a:gd name="T14" fmla="*/ 0 w 126"/>
                <a:gd name="T15" fmla="*/ 135 h 135"/>
                <a:gd name="T16" fmla="*/ 0 w 126"/>
                <a:gd name="T17" fmla="*/ 128 h 135"/>
                <a:gd name="T18" fmla="*/ 8 w 126"/>
                <a:gd name="T19" fmla="*/ 127 h 135"/>
                <a:gd name="T20" fmla="*/ 16 w 126"/>
                <a:gd name="T21" fmla="*/ 120 h 135"/>
                <a:gd name="T22" fmla="*/ 16 w 126"/>
                <a:gd name="T23" fmla="*/ 113 h 135"/>
                <a:gd name="T24" fmla="*/ 16 w 126"/>
                <a:gd name="T25" fmla="*/ 19 h 135"/>
                <a:gd name="T26" fmla="*/ 16 w 126"/>
                <a:gd name="T27" fmla="*/ 15 h 135"/>
                <a:gd name="T28" fmla="*/ 9 w 126"/>
                <a:gd name="T29" fmla="*/ 9 h 135"/>
                <a:gd name="T30" fmla="*/ 5 w 126"/>
                <a:gd name="T31" fmla="*/ 8 h 135"/>
                <a:gd name="T32" fmla="*/ 1 w 126"/>
                <a:gd name="T33" fmla="*/ 8 h 135"/>
                <a:gd name="T34" fmla="*/ 1 w 126"/>
                <a:gd name="T35" fmla="*/ 1 h 135"/>
                <a:gd name="T36" fmla="*/ 40 w 126"/>
                <a:gd name="T37" fmla="*/ 1 h 135"/>
                <a:gd name="T38" fmla="*/ 98 w 126"/>
                <a:gd name="T39" fmla="*/ 100 h 135"/>
                <a:gd name="T40" fmla="*/ 99 w 126"/>
                <a:gd name="T41" fmla="*/ 100 h 135"/>
                <a:gd name="T42" fmla="*/ 99 w 126"/>
                <a:gd name="T43" fmla="*/ 96 h 135"/>
                <a:gd name="T44" fmla="*/ 99 w 126"/>
                <a:gd name="T45" fmla="*/ 24 h 135"/>
                <a:gd name="T46" fmla="*/ 98 w 126"/>
                <a:gd name="T47" fmla="*/ 16 h 135"/>
                <a:gd name="T48" fmla="*/ 90 w 126"/>
                <a:gd name="T49" fmla="*/ 9 h 135"/>
                <a:gd name="T50" fmla="*/ 83 w 126"/>
                <a:gd name="T51" fmla="*/ 8 h 135"/>
                <a:gd name="T52" fmla="*/ 83 w 126"/>
                <a:gd name="T53" fmla="*/ 1 h 135"/>
                <a:gd name="T54" fmla="*/ 126 w 126"/>
                <a:gd name="T55" fmla="*/ 1 h 135"/>
                <a:gd name="T56" fmla="*/ 126 w 126"/>
                <a:gd name="T57" fmla="*/ 8 h 135"/>
                <a:gd name="T58" fmla="*/ 119 w 126"/>
                <a:gd name="T59" fmla="*/ 9 h 135"/>
                <a:gd name="T60" fmla="*/ 111 w 126"/>
                <a:gd name="T61" fmla="*/ 16 h 135"/>
                <a:gd name="T62" fmla="*/ 110 w 126"/>
                <a:gd name="T63" fmla="*/ 27 h 135"/>
                <a:gd name="T64" fmla="*/ 110 w 126"/>
                <a:gd name="T65" fmla="*/ 129 h 135"/>
                <a:gd name="T66" fmla="*/ 110 w 126"/>
                <a:gd name="T67" fmla="*/ 135 h 135"/>
                <a:gd name="T68" fmla="*/ 99 w 126"/>
                <a:gd name="T69" fmla="*/ 135 h 135"/>
                <a:gd name="T70" fmla="*/ 29 w 126"/>
                <a:gd name="T71" fmla="*/ 15 h 135"/>
                <a:gd name="T72" fmla="*/ 28 w 126"/>
                <a:gd name="T73" fmla="*/ 1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6" h="135">
                  <a:moveTo>
                    <a:pt x="28" y="16"/>
                  </a:moveTo>
                  <a:cubicBezTo>
                    <a:pt x="28" y="17"/>
                    <a:pt x="28" y="19"/>
                    <a:pt x="28" y="20"/>
                  </a:cubicBezTo>
                  <a:cubicBezTo>
                    <a:pt x="28" y="50"/>
                    <a:pt x="28" y="79"/>
                    <a:pt x="28" y="109"/>
                  </a:cubicBezTo>
                  <a:cubicBezTo>
                    <a:pt x="28" y="112"/>
                    <a:pt x="28" y="115"/>
                    <a:pt x="28" y="119"/>
                  </a:cubicBezTo>
                  <a:cubicBezTo>
                    <a:pt x="29" y="124"/>
                    <a:pt x="31" y="126"/>
                    <a:pt x="37" y="127"/>
                  </a:cubicBezTo>
                  <a:cubicBezTo>
                    <a:pt x="39" y="127"/>
                    <a:pt x="41" y="128"/>
                    <a:pt x="44" y="128"/>
                  </a:cubicBezTo>
                  <a:cubicBezTo>
                    <a:pt x="44" y="130"/>
                    <a:pt x="44" y="133"/>
                    <a:pt x="44" y="135"/>
                  </a:cubicBezTo>
                  <a:cubicBezTo>
                    <a:pt x="29" y="135"/>
                    <a:pt x="15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3" y="128"/>
                    <a:pt x="5" y="127"/>
                    <a:pt x="8" y="127"/>
                  </a:cubicBezTo>
                  <a:cubicBezTo>
                    <a:pt x="12" y="127"/>
                    <a:pt x="15" y="124"/>
                    <a:pt x="16" y="120"/>
                  </a:cubicBezTo>
                  <a:cubicBezTo>
                    <a:pt x="16" y="118"/>
                    <a:pt x="16" y="115"/>
                    <a:pt x="16" y="113"/>
                  </a:cubicBezTo>
                  <a:cubicBezTo>
                    <a:pt x="16" y="82"/>
                    <a:pt x="16" y="50"/>
                    <a:pt x="16" y="19"/>
                  </a:cubicBezTo>
                  <a:cubicBezTo>
                    <a:pt x="16" y="18"/>
                    <a:pt x="16" y="17"/>
                    <a:pt x="16" y="15"/>
                  </a:cubicBezTo>
                  <a:cubicBezTo>
                    <a:pt x="16" y="11"/>
                    <a:pt x="14" y="9"/>
                    <a:pt x="9" y="9"/>
                  </a:cubicBezTo>
                  <a:cubicBezTo>
                    <a:pt x="8" y="8"/>
                    <a:pt x="7" y="8"/>
                    <a:pt x="5" y="8"/>
                  </a:cubicBezTo>
                  <a:cubicBezTo>
                    <a:pt x="4" y="8"/>
                    <a:pt x="2" y="8"/>
                    <a:pt x="1" y="8"/>
                  </a:cubicBezTo>
                  <a:cubicBezTo>
                    <a:pt x="1" y="5"/>
                    <a:pt x="1" y="3"/>
                    <a:pt x="1" y="1"/>
                  </a:cubicBezTo>
                  <a:cubicBezTo>
                    <a:pt x="14" y="1"/>
                    <a:pt x="27" y="1"/>
                    <a:pt x="40" y="1"/>
                  </a:cubicBezTo>
                  <a:cubicBezTo>
                    <a:pt x="59" y="34"/>
                    <a:pt x="79" y="67"/>
                    <a:pt x="98" y="100"/>
                  </a:cubicBezTo>
                  <a:cubicBezTo>
                    <a:pt x="98" y="100"/>
                    <a:pt x="99" y="100"/>
                    <a:pt x="99" y="100"/>
                  </a:cubicBezTo>
                  <a:cubicBezTo>
                    <a:pt x="99" y="99"/>
                    <a:pt x="99" y="97"/>
                    <a:pt x="99" y="96"/>
                  </a:cubicBezTo>
                  <a:cubicBezTo>
                    <a:pt x="99" y="72"/>
                    <a:pt x="99" y="48"/>
                    <a:pt x="99" y="24"/>
                  </a:cubicBezTo>
                  <a:cubicBezTo>
                    <a:pt x="99" y="21"/>
                    <a:pt x="99" y="19"/>
                    <a:pt x="98" y="16"/>
                  </a:cubicBezTo>
                  <a:cubicBezTo>
                    <a:pt x="97" y="12"/>
                    <a:pt x="94" y="9"/>
                    <a:pt x="90" y="9"/>
                  </a:cubicBezTo>
                  <a:cubicBezTo>
                    <a:pt x="88" y="8"/>
                    <a:pt x="86" y="8"/>
                    <a:pt x="83" y="8"/>
                  </a:cubicBezTo>
                  <a:cubicBezTo>
                    <a:pt x="83" y="5"/>
                    <a:pt x="83" y="3"/>
                    <a:pt x="83" y="1"/>
                  </a:cubicBezTo>
                  <a:cubicBezTo>
                    <a:pt x="87" y="0"/>
                    <a:pt x="115" y="0"/>
                    <a:pt x="126" y="1"/>
                  </a:cubicBezTo>
                  <a:cubicBezTo>
                    <a:pt x="126" y="3"/>
                    <a:pt x="126" y="5"/>
                    <a:pt x="126" y="8"/>
                  </a:cubicBezTo>
                  <a:cubicBezTo>
                    <a:pt x="124" y="8"/>
                    <a:pt x="122" y="8"/>
                    <a:pt x="119" y="9"/>
                  </a:cubicBezTo>
                  <a:cubicBezTo>
                    <a:pt x="115" y="9"/>
                    <a:pt x="112" y="12"/>
                    <a:pt x="111" y="16"/>
                  </a:cubicBezTo>
                  <a:cubicBezTo>
                    <a:pt x="111" y="20"/>
                    <a:pt x="110" y="23"/>
                    <a:pt x="110" y="27"/>
                  </a:cubicBezTo>
                  <a:cubicBezTo>
                    <a:pt x="110" y="61"/>
                    <a:pt x="110" y="95"/>
                    <a:pt x="110" y="129"/>
                  </a:cubicBezTo>
                  <a:cubicBezTo>
                    <a:pt x="110" y="131"/>
                    <a:pt x="110" y="133"/>
                    <a:pt x="110" y="135"/>
                  </a:cubicBezTo>
                  <a:cubicBezTo>
                    <a:pt x="106" y="135"/>
                    <a:pt x="103" y="135"/>
                    <a:pt x="99" y="135"/>
                  </a:cubicBezTo>
                  <a:cubicBezTo>
                    <a:pt x="76" y="95"/>
                    <a:pt x="52" y="55"/>
                    <a:pt x="29" y="15"/>
                  </a:cubicBezTo>
                  <a:cubicBezTo>
                    <a:pt x="28" y="15"/>
                    <a:pt x="28" y="15"/>
                    <a:pt x="2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8233341" y="3887973"/>
              <a:ext cx="352419" cy="384457"/>
            </a:xfrm>
            <a:custGeom>
              <a:avLst/>
              <a:gdLst>
                <a:gd name="T0" fmla="*/ 0 w 124"/>
                <a:gd name="T1" fmla="*/ 8 h 135"/>
                <a:gd name="T2" fmla="*/ 0 w 124"/>
                <a:gd name="T3" fmla="*/ 1 h 135"/>
                <a:gd name="T4" fmla="*/ 105 w 124"/>
                <a:gd name="T5" fmla="*/ 1 h 135"/>
                <a:gd name="T6" fmla="*/ 117 w 124"/>
                <a:gd name="T7" fmla="*/ 35 h 135"/>
                <a:gd name="T8" fmla="*/ 110 w 124"/>
                <a:gd name="T9" fmla="*/ 39 h 135"/>
                <a:gd name="T10" fmla="*/ 107 w 124"/>
                <a:gd name="T11" fmla="*/ 33 h 135"/>
                <a:gd name="T12" fmla="*/ 78 w 124"/>
                <a:gd name="T13" fmla="*/ 11 h 135"/>
                <a:gd name="T14" fmla="*/ 34 w 124"/>
                <a:gd name="T15" fmla="*/ 11 h 135"/>
                <a:gd name="T16" fmla="*/ 34 w 124"/>
                <a:gd name="T17" fmla="*/ 61 h 135"/>
                <a:gd name="T18" fmla="*/ 55 w 124"/>
                <a:gd name="T19" fmla="*/ 60 h 135"/>
                <a:gd name="T20" fmla="*/ 69 w 124"/>
                <a:gd name="T21" fmla="*/ 45 h 135"/>
                <a:gd name="T22" fmla="*/ 70 w 124"/>
                <a:gd name="T23" fmla="*/ 36 h 135"/>
                <a:gd name="T24" fmla="*/ 78 w 124"/>
                <a:gd name="T25" fmla="*/ 36 h 135"/>
                <a:gd name="T26" fmla="*/ 78 w 124"/>
                <a:gd name="T27" fmla="*/ 95 h 135"/>
                <a:gd name="T28" fmla="*/ 74 w 124"/>
                <a:gd name="T29" fmla="*/ 95 h 135"/>
                <a:gd name="T30" fmla="*/ 70 w 124"/>
                <a:gd name="T31" fmla="*/ 95 h 135"/>
                <a:gd name="T32" fmla="*/ 70 w 124"/>
                <a:gd name="T33" fmla="*/ 88 h 135"/>
                <a:gd name="T34" fmla="*/ 68 w 124"/>
                <a:gd name="T35" fmla="*/ 81 h 135"/>
                <a:gd name="T36" fmla="*/ 58 w 124"/>
                <a:gd name="T37" fmla="*/ 71 h 135"/>
                <a:gd name="T38" fmla="*/ 34 w 124"/>
                <a:gd name="T39" fmla="*/ 70 h 135"/>
                <a:gd name="T40" fmla="*/ 33 w 124"/>
                <a:gd name="T41" fmla="*/ 74 h 135"/>
                <a:gd name="T42" fmla="*/ 33 w 124"/>
                <a:gd name="T43" fmla="*/ 115 h 135"/>
                <a:gd name="T44" fmla="*/ 43 w 124"/>
                <a:gd name="T45" fmla="*/ 125 h 135"/>
                <a:gd name="T46" fmla="*/ 69 w 124"/>
                <a:gd name="T47" fmla="*/ 125 h 135"/>
                <a:gd name="T48" fmla="*/ 112 w 124"/>
                <a:gd name="T49" fmla="*/ 97 h 135"/>
                <a:gd name="T50" fmla="*/ 115 w 124"/>
                <a:gd name="T51" fmla="*/ 90 h 135"/>
                <a:gd name="T52" fmla="*/ 124 w 124"/>
                <a:gd name="T53" fmla="*/ 93 h 135"/>
                <a:gd name="T54" fmla="*/ 109 w 124"/>
                <a:gd name="T55" fmla="*/ 135 h 135"/>
                <a:gd name="T56" fmla="*/ 0 w 124"/>
                <a:gd name="T57" fmla="*/ 135 h 135"/>
                <a:gd name="T58" fmla="*/ 0 w 124"/>
                <a:gd name="T59" fmla="*/ 128 h 135"/>
                <a:gd name="T60" fmla="*/ 8 w 124"/>
                <a:gd name="T61" fmla="*/ 127 h 135"/>
                <a:gd name="T62" fmla="*/ 15 w 124"/>
                <a:gd name="T63" fmla="*/ 120 h 135"/>
                <a:gd name="T64" fmla="*/ 16 w 124"/>
                <a:gd name="T65" fmla="*/ 113 h 135"/>
                <a:gd name="T66" fmla="*/ 16 w 124"/>
                <a:gd name="T67" fmla="*/ 21 h 135"/>
                <a:gd name="T68" fmla="*/ 16 w 124"/>
                <a:gd name="T69" fmla="*/ 16 h 135"/>
                <a:gd name="T70" fmla="*/ 8 w 124"/>
                <a:gd name="T71" fmla="*/ 9 h 135"/>
                <a:gd name="T72" fmla="*/ 4 w 124"/>
                <a:gd name="T73" fmla="*/ 8 h 135"/>
                <a:gd name="T74" fmla="*/ 0 w 124"/>
                <a:gd name="T75" fmla="*/ 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35">
                  <a:moveTo>
                    <a:pt x="0" y="8"/>
                  </a:moveTo>
                  <a:cubicBezTo>
                    <a:pt x="0" y="5"/>
                    <a:pt x="0" y="3"/>
                    <a:pt x="0" y="1"/>
                  </a:cubicBezTo>
                  <a:cubicBezTo>
                    <a:pt x="3" y="0"/>
                    <a:pt x="98" y="0"/>
                    <a:pt x="105" y="1"/>
                  </a:cubicBezTo>
                  <a:cubicBezTo>
                    <a:pt x="109" y="12"/>
                    <a:pt x="113" y="24"/>
                    <a:pt x="117" y="35"/>
                  </a:cubicBezTo>
                  <a:cubicBezTo>
                    <a:pt x="115" y="37"/>
                    <a:pt x="112" y="38"/>
                    <a:pt x="110" y="39"/>
                  </a:cubicBezTo>
                  <a:cubicBezTo>
                    <a:pt x="109" y="36"/>
                    <a:pt x="108" y="35"/>
                    <a:pt x="107" y="33"/>
                  </a:cubicBezTo>
                  <a:cubicBezTo>
                    <a:pt x="101" y="20"/>
                    <a:pt x="92" y="13"/>
                    <a:pt x="78" y="11"/>
                  </a:cubicBezTo>
                  <a:cubicBezTo>
                    <a:pt x="63" y="10"/>
                    <a:pt x="48" y="11"/>
                    <a:pt x="34" y="11"/>
                  </a:cubicBezTo>
                  <a:cubicBezTo>
                    <a:pt x="33" y="15"/>
                    <a:pt x="33" y="55"/>
                    <a:pt x="34" y="61"/>
                  </a:cubicBezTo>
                  <a:cubicBezTo>
                    <a:pt x="41" y="61"/>
                    <a:pt x="48" y="61"/>
                    <a:pt x="55" y="60"/>
                  </a:cubicBezTo>
                  <a:cubicBezTo>
                    <a:pt x="64" y="59"/>
                    <a:pt x="68" y="54"/>
                    <a:pt x="69" y="45"/>
                  </a:cubicBezTo>
                  <a:cubicBezTo>
                    <a:pt x="70" y="42"/>
                    <a:pt x="70" y="39"/>
                    <a:pt x="70" y="36"/>
                  </a:cubicBezTo>
                  <a:cubicBezTo>
                    <a:pt x="73" y="36"/>
                    <a:pt x="75" y="36"/>
                    <a:pt x="78" y="36"/>
                  </a:cubicBezTo>
                  <a:cubicBezTo>
                    <a:pt x="78" y="56"/>
                    <a:pt x="78" y="75"/>
                    <a:pt x="78" y="95"/>
                  </a:cubicBezTo>
                  <a:cubicBezTo>
                    <a:pt x="77" y="95"/>
                    <a:pt x="76" y="95"/>
                    <a:pt x="74" y="95"/>
                  </a:cubicBezTo>
                  <a:cubicBezTo>
                    <a:pt x="73" y="95"/>
                    <a:pt x="72" y="95"/>
                    <a:pt x="70" y="95"/>
                  </a:cubicBezTo>
                  <a:cubicBezTo>
                    <a:pt x="70" y="93"/>
                    <a:pt x="70" y="90"/>
                    <a:pt x="70" y="88"/>
                  </a:cubicBezTo>
                  <a:cubicBezTo>
                    <a:pt x="69" y="86"/>
                    <a:pt x="69" y="83"/>
                    <a:pt x="68" y="81"/>
                  </a:cubicBezTo>
                  <a:cubicBezTo>
                    <a:pt x="67" y="75"/>
                    <a:pt x="64" y="72"/>
                    <a:pt x="58" y="71"/>
                  </a:cubicBezTo>
                  <a:cubicBezTo>
                    <a:pt x="50" y="69"/>
                    <a:pt x="42" y="70"/>
                    <a:pt x="34" y="70"/>
                  </a:cubicBezTo>
                  <a:cubicBezTo>
                    <a:pt x="33" y="72"/>
                    <a:pt x="33" y="73"/>
                    <a:pt x="33" y="74"/>
                  </a:cubicBezTo>
                  <a:cubicBezTo>
                    <a:pt x="33" y="88"/>
                    <a:pt x="33" y="102"/>
                    <a:pt x="33" y="115"/>
                  </a:cubicBezTo>
                  <a:cubicBezTo>
                    <a:pt x="33" y="124"/>
                    <a:pt x="34" y="125"/>
                    <a:pt x="43" y="125"/>
                  </a:cubicBezTo>
                  <a:cubicBezTo>
                    <a:pt x="52" y="125"/>
                    <a:pt x="60" y="125"/>
                    <a:pt x="69" y="125"/>
                  </a:cubicBezTo>
                  <a:cubicBezTo>
                    <a:pt x="89" y="125"/>
                    <a:pt x="104" y="115"/>
                    <a:pt x="112" y="97"/>
                  </a:cubicBezTo>
                  <a:cubicBezTo>
                    <a:pt x="113" y="95"/>
                    <a:pt x="114" y="93"/>
                    <a:pt x="115" y="90"/>
                  </a:cubicBezTo>
                  <a:cubicBezTo>
                    <a:pt x="118" y="91"/>
                    <a:pt x="121" y="92"/>
                    <a:pt x="124" y="93"/>
                  </a:cubicBezTo>
                  <a:cubicBezTo>
                    <a:pt x="119" y="108"/>
                    <a:pt x="114" y="121"/>
                    <a:pt x="109" y="135"/>
                  </a:cubicBezTo>
                  <a:cubicBezTo>
                    <a:pt x="73" y="135"/>
                    <a:pt x="37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3" y="128"/>
                    <a:pt x="6" y="128"/>
                    <a:pt x="8" y="127"/>
                  </a:cubicBezTo>
                  <a:cubicBezTo>
                    <a:pt x="13" y="126"/>
                    <a:pt x="15" y="125"/>
                    <a:pt x="15" y="120"/>
                  </a:cubicBezTo>
                  <a:cubicBezTo>
                    <a:pt x="16" y="118"/>
                    <a:pt x="16" y="115"/>
                    <a:pt x="16" y="113"/>
                  </a:cubicBezTo>
                  <a:cubicBezTo>
                    <a:pt x="16" y="82"/>
                    <a:pt x="16" y="52"/>
                    <a:pt x="16" y="21"/>
                  </a:cubicBezTo>
                  <a:cubicBezTo>
                    <a:pt x="16" y="20"/>
                    <a:pt x="16" y="18"/>
                    <a:pt x="16" y="16"/>
                  </a:cubicBezTo>
                  <a:cubicBezTo>
                    <a:pt x="15" y="11"/>
                    <a:pt x="13" y="9"/>
                    <a:pt x="8" y="9"/>
                  </a:cubicBezTo>
                  <a:cubicBezTo>
                    <a:pt x="7" y="9"/>
                    <a:pt x="6" y="8"/>
                    <a:pt x="4" y="8"/>
                  </a:cubicBezTo>
                  <a:cubicBezTo>
                    <a:pt x="3" y="8"/>
                    <a:pt x="2" y="8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4949441" y="3891177"/>
              <a:ext cx="352419" cy="381253"/>
            </a:xfrm>
            <a:custGeom>
              <a:avLst/>
              <a:gdLst>
                <a:gd name="T0" fmla="*/ 33 w 123"/>
                <a:gd name="T1" fmla="*/ 60 h 134"/>
                <a:gd name="T2" fmla="*/ 55 w 123"/>
                <a:gd name="T3" fmla="*/ 59 h 134"/>
                <a:gd name="T4" fmla="*/ 68 w 123"/>
                <a:gd name="T5" fmla="*/ 45 h 134"/>
                <a:gd name="T6" fmla="*/ 70 w 123"/>
                <a:gd name="T7" fmla="*/ 35 h 134"/>
                <a:gd name="T8" fmla="*/ 77 w 123"/>
                <a:gd name="T9" fmla="*/ 35 h 134"/>
                <a:gd name="T10" fmla="*/ 77 w 123"/>
                <a:gd name="T11" fmla="*/ 94 h 134"/>
                <a:gd name="T12" fmla="*/ 75 w 123"/>
                <a:gd name="T13" fmla="*/ 94 h 134"/>
                <a:gd name="T14" fmla="*/ 70 w 123"/>
                <a:gd name="T15" fmla="*/ 94 h 134"/>
                <a:gd name="T16" fmla="*/ 69 w 123"/>
                <a:gd name="T17" fmla="*/ 83 h 134"/>
                <a:gd name="T18" fmla="*/ 54 w 123"/>
                <a:gd name="T19" fmla="*/ 69 h 134"/>
                <a:gd name="T20" fmla="*/ 33 w 123"/>
                <a:gd name="T21" fmla="*/ 69 h 134"/>
                <a:gd name="T22" fmla="*/ 33 w 123"/>
                <a:gd name="T23" fmla="*/ 73 h 134"/>
                <a:gd name="T24" fmla="*/ 33 w 123"/>
                <a:gd name="T25" fmla="*/ 114 h 134"/>
                <a:gd name="T26" fmla="*/ 43 w 123"/>
                <a:gd name="T27" fmla="*/ 124 h 134"/>
                <a:gd name="T28" fmla="*/ 68 w 123"/>
                <a:gd name="T29" fmla="*/ 124 h 134"/>
                <a:gd name="T30" fmla="*/ 112 w 123"/>
                <a:gd name="T31" fmla="*/ 96 h 134"/>
                <a:gd name="T32" fmla="*/ 115 w 123"/>
                <a:gd name="T33" fmla="*/ 90 h 134"/>
                <a:gd name="T34" fmla="*/ 115 w 123"/>
                <a:gd name="T35" fmla="*/ 90 h 134"/>
                <a:gd name="T36" fmla="*/ 123 w 123"/>
                <a:gd name="T37" fmla="*/ 92 h 134"/>
                <a:gd name="T38" fmla="*/ 109 w 123"/>
                <a:gd name="T39" fmla="*/ 134 h 134"/>
                <a:gd name="T40" fmla="*/ 0 w 123"/>
                <a:gd name="T41" fmla="*/ 134 h 134"/>
                <a:gd name="T42" fmla="*/ 0 w 123"/>
                <a:gd name="T43" fmla="*/ 127 h 134"/>
                <a:gd name="T44" fmla="*/ 8 w 123"/>
                <a:gd name="T45" fmla="*/ 126 h 134"/>
                <a:gd name="T46" fmla="*/ 15 w 123"/>
                <a:gd name="T47" fmla="*/ 120 h 134"/>
                <a:gd name="T48" fmla="*/ 16 w 123"/>
                <a:gd name="T49" fmla="*/ 113 h 134"/>
                <a:gd name="T50" fmla="*/ 16 w 123"/>
                <a:gd name="T51" fmla="*/ 20 h 134"/>
                <a:gd name="T52" fmla="*/ 5 w 123"/>
                <a:gd name="T53" fmla="*/ 7 h 134"/>
                <a:gd name="T54" fmla="*/ 0 w 123"/>
                <a:gd name="T55" fmla="*/ 7 h 134"/>
                <a:gd name="T56" fmla="*/ 0 w 123"/>
                <a:gd name="T57" fmla="*/ 0 h 134"/>
                <a:gd name="T58" fmla="*/ 105 w 123"/>
                <a:gd name="T59" fmla="*/ 0 h 134"/>
                <a:gd name="T60" fmla="*/ 117 w 123"/>
                <a:gd name="T61" fmla="*/ 35 h 134"/>
                <a:gd name="T62" fmla="*/ 109 w 123"/>
                <a:gd name="T63" fmla="*/ 38 h 134"/>
                <a:gd name="T64" fmla="*/ 107 w 123"/>
                <a:gd name="T65" fmla="*/ 34 h 134"/>
                <a:gd name="T66" fmla="*/ 105 w 123"/>
                <a:gd name="T67" fmla="*/ 29 h 134"/>
                <a:gd name="T68" fmla="*/ 78 w 123"/>
                <a:gd name="T69" fmla="*/ 11 h 134"/>
                <a:gd name="T70" fmla="*/ 42 w 123"/>
                <a:gd name="T71" fmla="*/ 10 h 134"/>
                <a:gd name="T72" fmla="*/ 33 w 123"/>
                <a:gd name="T73" fmla="*/ 10 h 134"/>
                <a:gd name="T74" fmla="*/ 33 w 123"/>
                <a:gd name="T75" fmla="*/ 6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34">
                  <a:moveTo>
                    <a:pt x="33" y="60"/>
                  </a:moveTo>
                  <a:cubicBezTo>
                    <a:pt x="41" y="60"/>
                    <a:pt x="48" y="61"/>
                    <a:pt x="55" y="59"/>
                  </a:cubicBezTo>
                  <a:cubicBezTo>
                    <a:pt x="63" y="57"/>
                    <a:pt x="67" y="53"/>
                    <a:pt x="68" y="45"/>
                  </a:cubicBezTo>
                  <a:cubicBezTo>
                    <a:pt x="69" y="42"/>
                    <a:pt x="69" y="39"/>
                    <a:pt x="70" y="35"/>
                  </a:cubicBezTo>
                  <a:cubicBezTo>
                    <a:pt x="72" y="35"/>
                    <a:pt x="75" y="35"/>
                    <a:pt x="77" y="35"/>
                  </a:cubicBezTo>
                  <a:cubicBezTo>
                    <a:pt x="77" y="55"/>
                    <a:pt x="77" y="74"/>
                    <a:pt x="77" y="94"/>
                  </a:cubicBezTo>
                  <a:cubicBezTo>
                    <a:pt x="76" y="94"/>
                    <a:pt x="75" y="94"/>
                    <a:pt x="75" y="94"/>
                  </a:cubicBezTo>
                  <a:cubicBezTo>
                    <a:pt x="73" y="94"/>
                    <a:pt x="71" y="94"/>
                    <a:pt x="70" y="94"/>
                  </a:cubicBezTo>
                  <a:cubicBezTo>
                    <a:pt x="69" y="90"/>
                    <a:pt x="69" y="86"/>
                    <a:pt x="69" y="83"/>
                  </a:cubicBezTo>
                  <a:cubicBezTo>
                    <a:pt x="67" y="74"/>
                    <a:pt x="63" y="70"/>
                    <a:pt x="54" y="69"/>
                  </a:cubicBezTo>
                  <a:cubicBezTo>
                    <a:pt x="47" y="69"/>
                    <a:pt x="40" y="69"/>
                    <a:pt x="33" y="69"/>
                  </a:cubicBezTo>
                  <a:cubicBezTo>
                    <a:pt x="33" y="71"/>
                    <a:pt x="33" y="72"/>
                    <a:pt x="33" y="73"/>
                  </a:cubicBezTo>
                  <a:cubicBezTo>
                    <a:pt x="33" y="87"/>
                    <a:pt x="33" y="101"/>
                    <a:pt x="33" y="114"/>
                  </a:cubicBezTo>
                  <a:cubicBezTo>
                    <a:pt x="33" y="123"/>
                    <a:pt x="34" y="124"/>
                    <a:pt x="43" y="124"/>
                  </a:cubicBezTo>
                  <a:cubicBezTo>
                    <a:pt x="51" y="124"/>
                    <a:pt x="60" y="124"/>
                    <a:pt x="68" y="124"/>
                  </a:cubicBezTo>
                  <a:cubicBezTo>
                    <a:pt x="89" y="124"/>
                    <a:pt x="103" y="114"/>
                    <a:pt x="112" y="96"/>
                  </a:cubicBezTo>
                  <a:cubicBezTo>
                    <a:pt x="113" y="94"/>
                    <a:pt x="114" y="92"/>
                    <a:pt x="115" y="90"/>
                  </a:cubicBezTo>
                  <a:cubicBezTo>
                    <a:pt x="115" y="90"/>
                    <a:pt x="115" y="90"/>
                    <a:pt x="115" y="90"/>
                  </a:cubicBezTo>
                  <a:cubicBezTo>
                    <a:pt x="118" y="90"/>
                    <a:pt x="120" y="91"/>
                    <a:pt x="123" y="92"/>
                  </a:cubicBezTo>
                  <a:cubicBezTo>
                    <a:pt x="118" y="107"/>
                    <a:pt x="113" y="120"/>
                    <a:pt x="109" y="134"/>
                  </a:cubicBezTo>
                  <a:cubicBezTo>
                    <a:pt x="72" y="134"/>
                    <a:pt x="36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2" y="127"/>
                    <a:pt x="5" y="126"/>
                    <a:pt x="8" y="126"/>
                  </a:cubicBezTo>
                  <a:cubicBezTo>
                    <a:pt x="12" y="126"/>
                    <a:pt x="14" y="124"/>
                    <a:pt x="15" y="120"/>
                  </a:cubicBezTo>
                  <a:cubicBezTo>
                    <a:pt x="15" y="118"/>
                    <a:pt x="16" y="115"/>
                    <a:pt x="16" y="113"/>
                  </a:cubicBezTo>
                  <a:cubicBezTo>
                    <a:pt x="16" y="82"/>
                    <a:pt x="16" y="51"/>
                    <a:pt x="16" y="20"/>
                  </a:cubicBezTo>
                  <a:cubicBezTo>
                    <a:pt x="16" y="10"/>
                    <a:pt x="14" y="8"/>
                    <a:pt x="5" y="7"/>
                  </a:cubicBezTo>
                  <a:cubicBezTo>
                    <a:pt x="3" y="7"/>
                    <a:pt x="1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34" y="0"/>
                    <a:pt x="69" y="0"/>
                    <a:pt x="105" y="0"/>
                  </a:cubicBezTo>
                  <a:cubicBezTo>
                    <a:pt x="109" y="11"/>
                    <a:pt x="112" y="22"/>
                    <a:pt x="117" y="35"/>
                  </a:cubicBezTo>
                  <a:cubicBezTo>
                    <a:pt x="114" y="36"/>
                    <a:pt x="112" y="37"/>
                    <a:pt x="109" y="38"/>
                  </a:cubicBezTo>
                  <a:cubicBezTo>
                    <a:pt x="108" y="36"/>
                    <a:pt x="108" y="35"/>
                    <a:pt x="107" y="34"/>
                  </a:cubicBezTo>
                  <a:cubicBezTo>
                    <a:pt x="107" y="32"/>
                    <a:pt x="106" y="31"/>
                    <a:pt x="105" y="29"/>
                  </a:cubicBezTo>
                  <a:cubicBezTo>
                    <a:pt x="100" y="18"/>
                    <a:pt x="90" y="11"/>
                    <a:pt x="78" y="11"/>
                  </a:cubicBezTo>
                  <a:cubicBezTo>
                    <a:pt x="66" y="10"/>
                    <a:pt x="54" y="10"/>
                    <a:pt x="42" y="10"/>
                  </a:cubicBezTo>
                  <a:cubicBezTo>
                    <a:pt x="39" y="10"/>
                    <a:pt x="36" y="10"/>
                    <a:pt x="33" y="10"/>
                  </a:cubicBezTo>
                  <a:cubicBezTo>
                    <a:pt x="33" y="26"/>
                    <a:pt x="33" y="43"/>
                    <a:pt x="33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5897767" y="3891177"/>
              <a:ext cx="358826" cy="381253"/>
            </a:xfrm>
            <a:custGeom>
              <a:avLst/>
              <a:gdLst>
                <a:gd name="T0" fmla="*/ 43 w 126"/>
                <a:gd name="T1" fmla="*/ 134 h 134"/>
                <a:gd name="T2" fmla="*/ 0 w 126"/>
                <a:gd name="T3" fmla="*/ 134 h 134"/>
                <a:gd name="T4" fmla="*/ 0 w 126"/>
                <a:gd name="T5" fmla="*/ 127 h 134"/>
                <a:gd name="T6" fmla="*/ 7 w 126"/>
                <a:gd name="T7" fmla="*/ 126 h 134"/>
                <a:gd name="T8" fmla="*/ 16 w 126"/>
                <a:gd name="T9" fmla="*/ 118 h 134"/>
                <a:gd name="T10" fmla="*/ 16 w 126"/>
                <a:gd name="T11" fmla="*/ 110 h 134"/>
                <a:gd name="T12" fmla="*/ 16 w 126"/>
                <a:gd name="T13" fmla="*/ 18 h 134"/>
                <a:gd name="T14" fmla="*/ 5 w 126"/>
                <a:gd name="T15" fmla="*/ 7 h 134"/>
                <a:gd name="T16" fmla="*/ 0 w 126"/>
                <a:gd name="T17" fmla="*/ 7 h 134"/>
                <a:gd name="T18" fmla="*/ 0 w 126"/>
                <a:gd name="T19" fmla="*/ 0 h 134"/>
                <a:gd name="T20" fmla="*/ 40 w 126"/>
                <a:gd name="T21" fmla="*/ 0 h 134"/>
                <a:gd name="T22" fmla="*/ 98 w 126"/>
                <a:gd name="T23" fmla="*/ 100 h 134"/>
                <a:gd name="T24" fmla="*/ 99 w 126"/>
                <a:gd name="T25" fmla="*/ 96 h 134"/>
                <a:gd name="T26" fmla="*/ 99 w 126"/>
                <a:gd name="T27" fmla="*/ 24 h 134"/>
                <a:gd name="T28" fmla="*/ 98 w 126"/>
                <a:gd name="T29" fmla="*/ 17 h 134"/>
                <a:gd name="T30" fmla="*/ 89 w 126"/>
                <a:gd name="T31" fmla="*/ 7 h 134"/>
                <a:gd name="T32" fmla="*/ 83 w 126"/>
                <a:gd name="T33" fmla="*/ 7 h 134"/>
                <a:gd name="T34" fmla="*/ 83 w 126"/>
                <a:gd name="T35" fmla="*/ 4 h 134"/>
                <a:gd name="T36" fmla="*/ 83 w 126"/>
                <a:gd name="T37" fmla="*/ 0 h 134"/>
                <a:gd name="T38" fmla="*/ 125 w 126"/>
                <a:gd name="T39" fmla="*/ 0 h 134"/>
                <a:gd name="T40" fmla="*/ 126 w 126"/>
                <a:gd name="T41" fmla="*/ 3 h 134"/>
                <a:gd name="T42" fmla="*/ 126 w 126"/>
                <a:gd name="T43" fmla="*/ 7 h 134"/>
                <a:gd name="T44" fmla="*/ 120 w 126"/>
                <a:gd name="T45" fmla="*/ 7 h 134"/>
                <a:gd name="T46" fmla="*/ 110 w 126"/>
                <a:gd name="T47" fmla="*/ 16 h 134"/>
                <a:gd name="T48" fmla="*/ 110 w 126"/>
                <a:gd name="T49" fmla="*/ 26 h 134"/>
                <a:gd name="T50" fmla="*/ 110 w 126"/>
                <a:gd name="T51" fmla="*/ 128 h 134"/>
                <a:gd name="T52" fmla="*/ 110 w 126"/>
                <a:gd name="T53" fmla="*/ 134 h 134"/>
                <a:gd name="T54" fmla="*/ 98 w 126"/>
                <a:gd name="T55" fmla="*/ 134 h 134"/>
                <a:gd name="T56" fmla="*/ 28 w 126"/>
                <a:gd name="T57" fmla="*/ 14 h 134"/>
                <a:gd name="T58" fmla="*/ 28 w 126"/>
                <a:gd name="T59" fmla="*/ 14 h 134"/>
                <a:gd name="T60" fmla="*/ 27 w 126"/>
                <a:gd name="T61" fmla="*/ 17 h 134"/>
                <a:gd name="T62" fmla="*/ 27 w 126"/>
                <a:gd name="T63" fmla="*/ 110 h 134"/>
                <a:gd name="T64" fmla="*/ 28 w 126"/>
                <a:gd name="T65" fmla="*/ 118 h 134"/>
                <a:gd name="T66" fmla="*/ 36 w 126"/>
                <a:gd name="T67" fmla="*/ 126 h 134"/>
                <a:gd name="T68" fmla="*/ 43 w 126"/>
                <a:gd name="T69" fmla="*/ 127 h 134"/>
                <a:gd name="T70" fmla="*/ 43 w 126"/>
                <a:gd name="T71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6" h="134">
                  <a:moveTo>
                    <a:pt x="43" y="134"/>
                  </a:moveTo>
                  <a:cubicBezTo>
                    <a:pt x="29" y="134"/>
                    <a:pt x="14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2" y="127"/>
                    <a:pt x="5" y="127"/>
                    <a:pt x="7" y="126"/>
                  </a:cubicBezTo>
                  <a:cubicBezTo>
                    <a:pt x="13" y="125"/>
                    <a:pt x="15" y="123"/>
                    <a:pt x="16" y="118"/>
                  </a:cubicBezTo>
                  <a:cubicBezTo>
                    <a:pt x="16" y="115"/>
                    <a:pt x="16" y="113"/>
                    <a:pt x="16" y="110"/>
                  </a:cubicBezTo>
                  <a:cubicBezTo>
                    <a:pt x="16" y="80"/>
                    <a:pt x="16" y="49"/>
                    <a:pt x="16" y="18"/>
                  </a:cubicBezTo>
                  <a:cubicBezTo>
                    <a:pt x="16" y="9"/>
                    <a:pt x="14" y="8"/>
                    <a:pt x="5" y="7"/>
                  </a:cubicBezTo>
                  <a:cubicBezTo>
                    <a:pt x="4" y="7"/>
                    <a:pt x="2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3" y="0"/>
                    <a:pt x="26" y="0"/>
                    <a:pt x="40" y="0"/>
                  </a:cubicBezTo>
                  <a:cubicBezTo>
                    <a:pt x="59" y="33"/>
                    <a:pt x="78" y="66"/>
                    <a:pt x="98" y="100"/>
                  </a:cubicBezTo>
                  <a:cubicBezTo>
                    <a:pt x="98" y="98"/>
                    <a:pt x="99" y="97"/>
                    <a:pt x="99" y="96"/>
                  </a:cubicBezTo>
                  <a:cubicBezTo>
                    <a:pt x="99" y="72"/>
                    <a:pt x="99" y="48"/>
                    <a:pt x="99" y="24"/>
                  </a:cubicBezTo>
                  <a:cubicBezTo>
                    <a:pt x="99" y="22"/>
                    <a:pt x="99" y="19"/>
                    <a:pt x="98" y="17"/>
                  </a:cubicBezTo>
                  <a:cubicBezTo>
                    <a:pt x="97" y="11"/>
                    <a:pt x="95" y="8"/>
                    <a:pt x="89" y="7"/>
                  </a:cubicBezTo>
                  <a:cubicBezTo>
                    <a:pt x="87" y="7"/>
                    <a:pt x="85" y="7"/>
                    <a:pt x="83" y="7"/>
                  </a:cubicBezTo>
                  <a:cubicBezTo>
                    <a:pt x="83" y="6"/>
                    <a:pt x="83" y="5"/>
                    <a:pt x="83" y="4"/>
                  </a:cubicBezTo>
                  <a:cubicBezTo>
                    <a:pt x="83" y="2"/>
                    <a:pt x="83" y="1"/>
                    <a:pt x="83" y="0"/>
                  </a:cubicBezTo>
                  <a:cubicBezTo>
                    <a:pt x="97" y="0"/>
                    <a:pt x="111" y="0"/>
                    <a:pt x="125" y="0"/>
                  </a:cubicBezTo>
                  <a:cubicBezTo>
                    <a:pt x="125" y="1"/>
                    <a:pt x="126" y="2"/>
                    <a:pt x="126" y="3"/>
                  </a:cubicBezTo>
                  <a:cubicBezTo>
                    <a:pt x="126" y="4"/>
                    <a:pt x="126" y="5"/>
                    <a:pt x="126" y="7"/>
                  </a:cubicBezTo>
                  <a:cubicBezTo>
                    <a:pt x="124" y="7"/>
                    <a:pt x="122" y="7"/>
                    <a:pt x="120" y="7"/>
                  </a:cubicBezTo>
                  <a:cubicBezTo>
                    <a:pt x="114" y="8"/>
                    <a:pt x="111" y="11"/>
                    <a:pt x="110" y="16"/>
                  </a:cubicBezTo>
                  <a:cubicBezTo>
                    <a:pt x="110" y="20"/>
                    <a:pt x="110" y="23"/>
                    <a:pt x="110" y="26"/>
                  </a:cubicBezTo>
                  <a:cubicBezTo>
                    <a:pt x="110" y="60"/>
                    <a:pt x="110" y="94"/>
                    <a:pt x="110" y="128"/>
                  </a:cubicBezTo>
                  <a:cubicBezTo>
                    <a:pt x="110" y="130"/>
                    <a:pt x="110" y="132"/>
                    <a:pt x="110" y="134"/>
                  </a:cubicBezTo>
                  <a:cubicBezTo>
                    <a:pt x="106" y="134"/>
                    <a:pt x="102" y="134"/>
                    <a:pt x="98" y="134"/>
                  </a:cubicBezTo>
                  <a:cubicBezTo>
                    <a:pt x="75" y="94"/>
                    <a:pt x="52" y="5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5"/>
                    <a:pt x="27" y="16"/>
                    <a:pt x="27" y="17"/>
                  </a:cubicBezTo>
                  <a:cubicBezTo>
                    <a:pt x="27" y="48"/>
                    <a:pt x="27" y="79"/>
                    <a:pt x="27" y="110"/>
                  </a:cubicBezTo>
                  <a:cubicBezTo>
                    <a:pt x="27" y="113"/>
                    <a:pt x="27" y="116"/>
                    <a:pt x="28" y="118"/>
                  </a:cubicBezTo>
                  <a:cubicBezTo>
                    <a:pt x="29" y="123"/>
                    <a:pt x="31" y="125"/>
                    <a:pt x="36" y="126"/>
                  </a:cubicBezTo>
                  <a:cubicBezTo>
                    <a:pt x="38" y="126"/>
                    <a:pt x="41" y="127"/>
                    <a:pt x="43" y="127"/>
                  </a:cubicBezTo>
                  <a:cubicBezTo>
                    <a:pt x="43" y="129"/>
                    <a:pt x="43" y="132"/>
                    <a:pt x="43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9" name="Freeform 23"/>
            <p:cNvSpPr/>
            <p:nvPr/>
          </p:nvSpPr>
          <p:spPr bwMode="auto">
            <a:xfrm>
              <a:off x="6285428" y="3878362"/>
              <a:ext cx="397272" cy="410087"/>
            </a:xfrm>
            <a:custGeom>
              <a:avLst/>
              <a:gdLst>
                <a:gd name="T0" fmla="*/ 87 w 139"/>
                <a:gd name="T1" fmla="*/ 79 h 144"/>
                <a:gd name="T2" fmla="*/ 87 w 139"/>
                <a:gd name="T3" fmla="*/ 71 h 144"/>
                <a:gd name="T4" fmla="*/ 139 w 139"/>
                <a:gd name="T5" fmla="*/ 71 h 144"/>
                <a:gd name="T6" fmla="*/ 139 w 139"/>
                <a:gd name="T7" fmla="*/ 79 h 144"/>
                <a:gd name="T8" fmla="*/ 133 w 139"/>
                <a:gd name="T9" fmla="*/ 79 h 144"/>
                <a:gd name="T10" fmla="*/ 124 w 139"/>
                <a:gd name="T11" fmla="*/ 88 h 144"/>
                <a:gd name="T12" fmla="*/ 124 w 139"/>
                <a:gd name="T13" fmla="*/ 95 h 144"/>
                <a:gd name="T14" fmla="*/ 124 w 139"/>
                <a:gd name="T15" fmla="*/ 134 h 144"/>
                <a:gd name="T16" fmla="*/ 124 w 139"/>
                <a:gd name="T17" fmla="*/ 139 h 144"/>
                <a:gd name="T18" fmla="*/ 115 w 139"/>
                <a:gd name="T19" fmla="*/ 139 h 144"/>
                <a:gd name="T20" fmla="*/ 110 w 139"/>
                <a:gd name="T21" fmla="*/ 128 h 144"/>
                <a:gd name="T22" fmla="*/ 105 w 139"/>
                <a:gd name="T23" fmla="*/ 131 h 144"/>
                <a:gd name="T24" fmla="*/ 56 w 139"/>
                <a:gd name="T25" fmla="*/ 141 h 144"/>
                <a:gd name="T26" fmla="*/ 10 w 139"/>
                <a:gd name="T27" fmla="*/ 103 h 144"/>
                <a:gd name="T28" fmla="*/ 15 w 139"/>
                <a:gd name="T29" fmla="*/ 33 h 144"/>
                <a:gd name="T30" fmla="*/ 56 w 139"/>
                <a:gd name="T31" fmla="*/ 3 h 144"/>
                <a:gd name="T32" fmla="*/ 99 w 139"/>
                <a:gd name="T33" fmla="*/ 11 h 144"/>
                <a:gd name="T34" fmla="*/ 102 w 139"/>
                <a:gd name="T35" fmla="*/ 13 h 144"/>
                <a:gd name="T36" fmla="*/ 105 w 139"/>
                <a:gd name="T37" fmla="*/ 5 h 144"/>
                <a:gd name="T38" fmla="*/ 112 w 139"/>
                <a:gd name="T39" fmla="*/ 5 h 144"/>
                <a:gd name="T40" fmla="*/ 122 w 139"/>
                <a:gd name="T41" fmla="*/ 46 h 144"/>
                <a:gd name="T42" fmla="*/ 114 w 139"/>
                <a:gd name="T43" fmla="*/ 49 h 144"/>
                <a:gd name="T44" fmla="*/ 112 w 139"/>
                <a:gd name="T45" fmla="*/ 44 h 144"/>
                <a:gd name="T46" fmla="*/ 100 w 139"/>
                <a:gd name="T47" fmla="*/ 25 h 144"/>
                <a:gd name="T48" fmla="*/ 42 w 139"/>
                <a:gd name="T49" fmla="*/ 23 h 144"/>
                <a:gd name="T50" fmla="*/ 24 w 139"/>
                <a:gd name="T51" fmla="*/ 62 h 144"/>
                <a:gd name="T52" fmla="*/ 34 w 139"/>
                <a:gd name="T53" fmla="*/ 109 h 144"/>
                <a:gd name="T54" fmla="*/ 77 w 139"/>
                <a:gd name="T55" fmla="*/ 131 h 144"/>
                <a:gd name="T56" fmla="*/ 101 w 139"/>
                <a:gd name="T57" fmla="*/ 120 h 144"/>
                <a:gd name="T58" fmla="*/ 106 w 139"/>
                <a:gd name="T59" fmla="*/ 109 h 144"/>
                <a:gd name="T60" fmla="*/ 106 w 139"/>
                <a:gd name="T61" fmla="*/ 90 h 144"/>
                <a:gd name="T62" fmla="*/ 96 w 139"/>
                <a:gd name="T63" fmla="*/ 79 h 144"/>
                <a:gd name="T64" fmla="*/ 87 w 139"/>
                <a:gd name="T65" fmla="*/ 7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9" h="144">
                  <a:moveTo>
                    <a:pt x="87" y="79"/>
                  </a:moveTo>
                  <a:cubicBezTo>
                    <a:pt x="87" y="76"/>
                    <a:pt x="87" y="74"/>
                    <a:pt x="87" y="71"/>
                  </a:cubicBezTo>
                  <a:cubicBezTo>
                    <a:pt x="105" y="71"/>
                    <a:pt x="122" y="71"/>
                    <a:pt x="139" y="71"/>
                  </a:cubicBezTo>
                  <a:cubicBezTo>
                    <a:pt x="139" y="74"/>
                    <a:pt x="139" y="76"/>
                    <a:pt x="139" y="79"/>
                  </a:cubicBezTo>
                  <a:cubicBezTo>
                    <a:pt x="137" y="79"/>
                    <a:pt x="135" y="79"/>
                    <a:pt x="133" y="79"/>
                  </a:cubicBezTo>
                  <a:cubicBezTo>
                    <a:pt x="127" y="79"/>
                    <a:pt x="125" y="81"/>
                    <a:pt x="124" y="88"/>
                  </a:cubicBezTo>
                  <a:cubicBezTo>
                    <a:pt x="124" y="90"/>
                    <a:pt x="124" y="93"/>
                    <a:pt x="124" y="95"/>
                  </a:cubicBezTo>
                  <a:cubicBezTo>
                    <a:pt x="124" y="108"/>
                    <a:pt x="124" y="121"/>
                    <a:pt x="124" y="134"/>
                  </a:cubicBezTo>
                  <a:cubicBezTo>
                    <a:pt x="124" y="135"/>
                    <a:pt x="124" y="137"/>
                    <a:pt x="124" y="139"/>
                  </a:cubicBezTo>
                  <a:cubicBezTo>
                    <a:pt x="121" y="139"/>
                    <a:pt x="118" y="139"/>
                    <a:pt x="115" y="139"/>
                  </a:cubicBezTo>
                  <a:cubicBezTo>
                    <a:pt x="113" y="136"/>
                    <a:pt x="112" y="132"/>
                    <a:pt x="110" y="128"/>
                  </a:cubicBezTo>
                  <a:cubicBezTo>
                    <a:pt x="108" y="129"/>
                    <a:pt x="107" y="130"/>
                    <a:pt x="105" y="131"/>
                  </a:cubicBezTo>
                  <a:cubicBezTo>
                    <a:pt x="90" y="140"/>
                    <a:pt x="74" y="144"/>
                    <a:pt x="56" y="141"/>
                  </a:cubicBezTo>
                  <a:cubicBezTo>
                    <a:pt x="34" y="137"/>
                    <a:pt x="18" y="124"/>
                    <a:pt x="10" y="103"/>
                  </a:cubicBezTo>
                  <a:cubicBezTo>
                    <a:pt x="0" y="79"/>
                    <a:pt x="1" y="55"/>
                    <a:pt x="15" y="33"/>
                  </a:cubicBezTo>
                  <a:cubicBezTo>
                    <a:pt x="24" y="17"/>
                    <a:pt x="38" y="6"/>
                    <a:pt x="56" y="3"/>
                  </a:cubicBezTo>
                  <a:cubicBezTo>
                    <a:pt x="71" y="0"/>
                    <a:pt x="86" y="2"/>
                    <a:pt x="99" y="11"/>
                  </a:cubicBezTo>
                  <a:cubicBezTo>
                    <a:pt x="100" y="12"/>
                    <a:pt x="101" y="12"/>
                    <a:pt x="102" y="13"/>
                  </a:cubicBezTo>
                  <a:cubicBezTo>
                    <a:pt x="103" y="10"/>
                    <a:pt x="104" y="7"/>
                    <a:pt x="105" y="5"/>
                  </a:cubicBezTo>
                  <a:cubicBezTo>
                    <a:pt x="107" y="5"/>
                    <a:pt x="109" y="5"/>
                    <a:pt x="112" y="5"/>
                  </a:cubicBezTo>
                  <a:cubicBezTo>
                    <a:pt x="115" y="18"/>
                    <a:pt x="119" y="32"/>
                    <a:pt x="122" y="46"/>
                  </a:cubicBezTo>
                  <a:cubicBezTo>
                    <a:pt x="120" y="47"/>
                    <a:pt x="117" y="48"/>
                    <a:pt x="114" y="49"/>
                  </a:cubicBezTo>
                  <a:cubicBezTo>
                    <a:pt x="114" y="47"/>
                    <a:pt x="113" y="45"/>
                    <a:pt x="112" y="44"/>
                  </a:cubicBezTo>
                  <a:cubicBezTo>
                    <a:pt x="109" y="37"/>
                    <a:pt x="105" y="30"/>
                    <a:pt x="100" y="25"/>
                  </a:cubicBezTo>
                  <a:cubicBezTo>
                    <a:pt x="84" y="8"/>
                    <a:pt x="59" y="7"/>
                    <a:pt x="42" y="23"/>
                  </a:cubicBezTo>
                  <a:cubicBezTo>
                    <a:pt x="31" y="34"/>
                    <a:pt x="25" y="47"/>
                    <a:pt x="24" y="62"/>
                  </a:cubicBezTo>
                  <a:cubicBezTo>
                    <a:pt x="22" y="79"/>
                    <a:pt x="25" y="95"/>
                    <a:pt x="34" y="109"/>
                  </a:cubicBezTo>
                  <a:cubicBezTo>
                    <a:pt x="44" y="125"/>
                    <a:pt x="59" y="132"/>
                    <a:pt x="77" y="131"/>
                  </a:cubicBezTo>
                  <a:cubicBezTo>
                    <a:pt x="86" y="130"/>
                    <a:pt x="94" y="127"/>
                    <a:pt x="101" y="120"/>
                  </a:cubicBezTo>
                  <a:cubicBezTo>
                    <a:pt x="104" y="117"/>
                    <a:pt x="106" y="114"/>
                    <a:pt x="106" y="109"/>
                  </a:cubicBezTo>
                  <a:cubicBezTo>
                    <a:pt x="106" y="103"/>
                    <a:pt x="107" y="96"/>
                    <a:pt x="106" y="90"/>
                  </a:cubicBezTo>
                  <a:cubicBezTo>
                    <a:pt x="106" y="82"/>
                    <a:pt x="104" y="81"/>
                    <a:pt x="96" y="79"/>
                  </a:cubicBezTo>
                  <a:cubicBezTo>
                    <a:pt x="94" y="79"/>
                    <a:pt x="91" y="79"/>
                    <a:pt x="87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0" name="Freeform 25"/>
            <p:cNvSpPr/>
            <p:nvPr/>
          </p:nvSpPr>
          <p:spPr bwMode="auto">
            <a:xfrm>
              <a:off x="9005458" y="3884769"/>
              <a:ext cx="323584" cy="397272"/>
            </a:xfrm>
            <a:custGeom>
              <a:avLst/>
              <a:gdLst>
                <a:gd name="T0" fmla="*/ 103 w 113"/>
                <a:gd name="T1" fmla="*/ 44 h 140"/>
                <a:gd name="T2" fmla="*/ 95 w 113"/>
                <a:gd name="T3" fmla="*/ 46 h 140"/>
                <a:gd name="T4" fmla="*/ 92 w 113"/>
                <a:gd name="T5" fmla="*/ 41 h 140"/>
                <a:gd name="T6" fmla="*/ 72 w 113"/>
                <a:gd name="T7" fmla="*/ 18 h 140"/>
                <a:gd name="T8" fmla="*/ 38 w 113"/>
                <a:gd name="T9" fmla="*/ 12 h 140"/>
                <a:gd name="T10" fmla="*/ 25 w 113"/>
                <a:gd name="T11" fmla="*/ 19 h 140"/>
                <a:gd name="T12" fmla="*/ 26 w 113"/>
                <a:gd name="T13" fmla="*/ 44 h 140"/>
                <a:gd name="T14" fmla="*/ 42 w 113"/>
                <a:gd name="T15" fmla="*/ 53 h 140"/>
                <a:gd name="T16" fmla="*/ 70 w 113"/>
                <a:gd name="T17" fmla="*/ 62 h 140"/>
                <a:gd name="T18" fmla="*/ 90 w 113"/>
                <a:gd name="T19" fmla="*/ 70 h 140"/>
                <a:gd name="T20" fmla="*/ 97 w 113"/>
                <a:gd name="T21" fmla="*/ 125 h 140"/>
                <a:gd name="T22" fmla="*/ 56 w 113"/>
                <a:gd name="T23" fmla="*/ 140 h 140"/>
                <a:gd name="T24" fmla="*/ 25 w 113"/>
                <a:gd name="T25" fmla="*/ 128 h 140"/>
                <a:gd name="T26" fmla="*/ 21 w 113"/>
                <a:gd name="T27" fmla="*/ 125 h 140"/>
                <a:gd name="T28" fmla="*/ 16 w 113"/>
                <a:gd name="T29" fmla="*/ 137 h 140"/>
                <a:gd name="T30" fmla="*/ 10 w 113"/>
                <a:gd name="T31" fmla="*/ 137 h 140"/>
                <a:gd name="T32" fmla="*/ 1 w 113"/>
                <a:gd name="T33" fmla="*/ 89 h 140"/>
                <a:gd name="T34" fmla="*/ 10 w 113"/>
                <a:gd name="T35" fmla="*/ 87 h 140"/>
                <a:gd name="T36" fmla="*/ 13 w 113"/>
                <a:gd name="T37" fmla="*/ 95 h 140"/>
                <a:gd name="T38" fmla="*/ 36 w 113"/>
                <a:gd name="T39" fmla="*/ 122 h 140"/>
                <a:gd name="T40" fmla="*/ 69 w 113"/>
                <a:gd name="T41" fmla="*/ 128 h 140"/>
                <a:gd name="T42" fmla="*/ 85 w 113"/>
                <a:gd name="T43" fmla="*/ 119 h 140"/>
                <a:gd name="T44" fmla="*/ 81 w 113"/>
                <a:gd name="T45" fmla="*/ 86 h 140"/>
                <a:gd name="T46" fmla="*/ 63 w 113"/>
                <a:gd name="T47" fmla="*/ 79 h 140"/>
                <a:gd name="T48" fmla="*/ 38 w 113"/>
                <a:gd name="T49" fmla="*/ 71 h 140"/>
                <a:gd name="T50" fmla="*/ 19 w 113"/>
                <a:gd name="T51" fmla="*/ 62 h 140"/>
                <a:gd name="T52" fmla="*/ 15 w 113"/>
                <a:gd name="T53" fmla="*/ 13 h 140"/>
                <a:gd name="T54" fmla="*/ 51 w 113"/>
                <a:gd name="T55" fmla="*/ 0 h 140"/>
                <a:gd name="T56" fmla="*/ 81 w 113"/>
                <a:gd name="T57" fmla="*/ 10 h 140"/>
                <a:gd name="T58" fmla="*/ 82 w 113"/>
                <a:gd name="T59" fmla="*/ 11 h 140"/>
                <a:gd name="T60" fmla="*/ 83 w 113"/>
                <a:gd name="T61" fmla="*/ 11 h 140"/>
                <a:gd name="T62" fmla="*/ 87 w 113"/>
                <a:gd name="T63" fmla="*/ 2 h 140"/>
                <a:gd name="T64" fmla="*/ 93 w 113"/>
                <a:gd name="T65" fmla="*/ 2 h 140"/>
                <a:gd name="T66" fmla="*/ 103 w 113"/>
                <a:gd name="T67" fmla="*/ 4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3" h="140">
                  <a:moveTo>
                    <a:pt x="103" y="44"/>
                  </a:moveTo>
                  <a:cubicBezTo>
                    <a:pt x="100" y="45"/>
                    <a:pt x="98" y="45"/>
                    <a:pt x="95" y="46"/>
                  </a:cubicBezTo>
                  <a:cubicBezTo>
                    <a:pt x="94" y="44"/>
                    <a:pt x="93" y="43"/>
                    <a:pt x="92" y="41"/>
                  </a:cubicBezTo>
                  <a:cubicBezTo>
                    <a:pt x="87" y="32"/>
                    <a:pt x="81" y="24"/>
                    <a:pt x="72" y="18"/>
                  </a:cubicBezTo>
                  <a:cubicBezTo>
                    <a:pt x="61" y="11"/>
                    <a:pt x="50" y="9"/>
                    <a:pt x="38" y="12"/>
                  </a:cubicBezTo>
                  <a:cubicBezTo>
                    <a:pt x="33" y="13"/>
                    <a:pt x="28" y="16"/>
                    <a:pt x="25" y="19"/>
                  </a:cubicBezTo>
                  <a:cubicBezTo>
                    <a:pt x="18" y="27"/>
                    <a:pt x="19" y="38"/>
                    <a:pt x="26" y="44"/>
                  </a:cubicBezTo>
                  <a:cubicBezTo>
                    <a:pt x="31" y="49"/>
                    <a:pt x="36" y="51"/>
                    <a:pt x="42" y="53"/>
                  </a:cubicBezTo>
                  <a:cubicBezTo>
                    <a:pt x="51" y="56"/>
                    <a:pt x="61" y="59"/>
                    <a:pt x="70" y="62"/>
                  </a:cubicBezTo>
                  <a:cubicBezTo>
                    <a:pt x="77" y="64"/>
                    <a:pt x="84" y="67"/>
                    <a:pt x="90" y="70"/>
                  </a:cubicBezTo>
                  <a:cubicBezTo>
                    <a:pt x="113" y="83"/>
                    <a:pt x="112" y="111"/>
                    <a:pt x="97" y="125"/>
                  </a:cubicBezTo>
                  <a:cubicBezTo>
                    <a:pt x="85" y="137"/>
                    <a:pt x="71" y="140"/>
                    <a:pt x="56" y="140"/>
                  </a:cubicBezTo>
                  <a:cubicBezTo>
                    <a:pt x="44" y="139"/>
                    <a:pt x="34" y="135"/>
                    <a:pt x="25" y="128"/>
                  </a:cubicBezTo>
                  <a:cubicBezTo>
                    <a:pt x="24" y="127"/>
                    <a:pt x="23" y="126"/>
                    <a:pt x="21" y="125"/>
                  </a:cubicBezTo>
                  <a:cubicBezTo>
                    <a:pt x="19" y="129"/>
                    <a:pt x="18" y="133"/>
                    <a:pt x="16" y="137"/>
                  </a:cubicBezTo>
                  <a:cubicBezTo>
                    <a:pt x="14" y="137"/>
                    <a:pt x="12" y="137"/>
                    <a:pt x="10" y="137"/>
                  </a:cubicBezTo>
                  <a:cubicBezTo>
                    <a:pt x="7" y="121"/>
                    <a:pt x="4" y="105"/>
                    <a:pt x="1" y="89"/>
                  </a:cubicBezTo>
                  <a:cubicBezTo>
                    <a:pt x="4" y="88"/>
                    <a:pt x="7" y="88"/>
                    <a:pt x="10" y="87"/>
                  </a:cubicBezTo>
                  <a:cubicBezTo>
                    <a:pt x="11" y="90"/>
                    <a:pt x="12" y="93"/>
                    <a:pt x="13" y="95"/>
                  </a:cubicBezTo>
                  <a:cubicBezTo>
                    <a:pt x="18" y="106"/>
                    <a:pt x="26" y="116"/>
                    <a:pt x="36" y="122"/>
                  </a:cubicBezTo>
                  <a:cubicBezTo>
                    <a:pt x="46" y="129"/>
                    <a:pt x="57" y="131"/>
                    <a:pt x="69" y="128"/>
                  </a:cubicBezTo>
                  <a:cubicBezTo>
                    <a:pt x="75" y="127"/>
                    <a:pt x="80" y="123"/>
                    <a:pt x="85" y="119"/>
                  </a:cubicBezTo>
                  <a:cubicBezTo>
                    <a:pt x="94" y="110"/>
                    <a:pt x="94" y="93"/>
                    <a:pt x="81" y="86"/>
                  </a:cubicBezTo>
                  <a:cubicBezTo>
                    <a:pt x="75" y="83"/>
                    <a:pt x="69" y="81"/>
                    <a:pt x="63" y="79"/>
                  </a:cubicBezTo>
                  <a:cubicBezTo>
                    <a:pt x="55" y="76"/>
                    <a:pt x="46" y="74"/>
                    <a:pt x="38" y="71"/>
                  </a:cubicBezTo>
                  <a:cubicBezTo>
                    <a:pt x="31" y="69"/>
                    <a:pt x="25" y="66"/>
                    <a:pt x="19" y="62"/>
                  </a:cubicBezTo>
                  <a:cubicBezTo>
                    <a:pt x="1" y="51"/>
                    <a:pt x="0" y="27"/>
                    <a:pt x="15" y="13"/>
                  </a:cubicBezTo>
                  <a:cubicBezTo>
                    <a:pt x="25" y="3"/>
                    <a:pt x="37" y="0"/>
                    <a:pt x="51" y="0"/>
                  </a:cubicBezTo>
                  <a:cubicBezTo>
                    <a:pt x="62" y="0"/>
                    <a:pt x="72" y="3"/>
                    <a:pt x="81" y="10"/>
                  </a:cubicBezTo>
                  <a:cubicBezTo>
                    <a:pt x="81" y="10"/>
                    <a:pt x="81" y="11"/>
                    <a:pt x="82" y="11"/>
                  </a:cubicBezTo>
                  <a:cubicBezTo>
                    <a:pt x="82" y="11"/>
                    <a:pt x="82" y="11"/>
                    <a:pt x="83" y="11"/>
                  </a:cubicBezTo>
                  <a:cubicBezTo>
                    <a:pt x="84" y="8"/>
                    <a:pt x="85" y="5"/>
                    <a:pt x="87" y="2"/>
                  </a:cubicBezTo>
                  <a:cubicBezTo>
                    <a:pt x="89" y="2"/>
                    <a:pt x="91" y="2"/>
                    <a:pt x="93" y="2"/>
                  </a:cubicBezTo>
                  <a:cubicBezTo>
                    <a:pt x="96" y="16"/>
                    <a:pt x="100" y="30"/>
                    <a:pt x="103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1" name="Freeform 27"/>
            <p:cNvSpPr>
              <a:spLocks noEditPoints="1"/>
            </p:cNvSpPr>
            <p:nvPr/>
          </p:nvSpPr>
          <p:spPr bwMode="auto">
            <a:xfrm>
              <a:off x="4616246" y="3887973"/>
              <a:ext cx="323584" cy="384457"/>
            </a:xfrm>
            <a:custGeom>
              <a:avLst/>
              <a:gdLst>
                <a:gd name="T0" fmla="*/ 33 w 113"/>
                <a:gd name="T1" fmla="*/ 78 h 135"/>
                <a:gd name="T2" fmla="*/ 33 w 113"/>
                <a:gd name="T3" fmla="*/ 82 h 135"/>
                <a:gd name="T4" fmla="*/ 33 w 113"/>
                <a:gd name="T5" fmla="*/ 114 h 135"/>
                <a:gd name="T6" fmla="*/ 33 w 113"/>
                <a:gd name="T7" fmla="*/ 118 h 135"/>
                <a:gd name="T8" fmla="*/ 43 w 113"/>
                <a:gd name="T9" fmla="*/ 128 h 135"/>
                <a:gd name="T10" fmla="*/ 49 w 113"/>
                <a:gd name="T11" fmla="*/ 128 h 135"/>
                <a:gd name="T12" fmla="*/ 49 w 113"/>
                <a:gd name="T13" fmla="*/ 135 h 135"/>
                <a:gd name="T14" fmla="*/ 0 w 113"/>
                <a:gd name="T15" fmla="*/ 135 h 135"/>
                <a:gd name="T16" fmla="*/ 0 w 113"/>
                <a:gd name="T17" fmla="*/ 128 h 135"/>
                <a:gd name="T18" fmla="*/ 8 w 113"/>
                <a:gd name="T19" fmla="*/ 127 h 135"/>
                <a:gd name="T20" fmla="*/ 15 w 113"/>
                <a:gd name="T21" fmla="*/ 120 h 135"/>
                <a:gd name="T22" fmla="*/ 15 w 113"/>
                <a:gd name="T23" fmla="*/ 114 h 135"/>
                <a:gd name="T24" fmla="*/ 15 w 113"/>
                <a:gd name="T25" fmla="*/ 21 h 135"/>
                <a:gd name="T26" fmla="*/ 15 w 113"/>
                <a:gd name="T27" fmla="*/ 14 h 135"/>
                <a:gd name="T28" fmla="*/ 9 w 113"/>
                <a:gd name="T29" fmla="*/ 9 h 135"/>
                <a:gd name="T30" fmla="*/ 0 w 113"/>
                <a:gd name="T31" fmla="*/ 8 h 135"/>
                <a:gd name="T32" fmla="*/ 0 w 113"/>
                <a:gd name="T33" fmla="*/ 1 h 135"/>
                <a:gd name="T34" fmla="*/ 4 w 113"/>
                <a:gd name="T35" fmla="*/ 0 h 135"/>
                <a:gd name="T36" fmla="*/ 56 w 113"/>
                <a:gd name="T37" fmla="*/ 0 h 135"/>
                <a:gd name="T38" fmla="*/ 73 w 113"/>
                <a:gd name="T39" fmla="*/ 1 h 135"/>
                <a:gd name="T40" fmla="*/ 106 w 113"/>
                <a:gd name="T41" fmla="*/ 50 h 135"/>
                <a:gd name="T42" fmla="*/ 78 w 113"/>
                <a:gd name="T43" fmla="*/ 76 h 135"/>
                <a:gd name="T44" fmla="*/ 55 w 113"/>
                <a:gd name="T45" fmla="*/ 78 h 135"/>
                <a:gd name="T46" fmla="*/ 33 w 113"/>
                <a:gd name="T47" fmla="*/ 78 h 135"/>
                <a:gd name="T48" fmla="*/ 33 w 113"/>
                <a:gd name="T49" fmla="*/ 68 h 135"/>
                <a:gd name="T50" fmla="*/ 67 w 113"/>
                <a:gd name="T51" fmla="*/ 67 h 135"/>
                <a:gd name="T52" fmla="*/ 85 w 113"/>
                <a:gd name="T53" fmla="*/ 52 h 135"/>
                <a:gd name="T54" fmla="*/ 87 w 113"/>
                <a:gd name="T55" fmla="*/ 29 h 135"/>
                <a:gd name="T56" fmla="*/ 66 w 113"/>
                <a:gd name="T57" fmla="*/ 11 h 135"/>
                <a:gd name="T58" fmla="*/ 34 w 113"/>
                <a:gd name="T59" fmla="*/ 11 h 135"/>
                <a:gd name="T60" fmla="*/ 33 w 113"/>
                <a:gd name="T61" fmla="*/ 11 h 135"/>
                <a:gd name="T62" fmla="*/ 33 w 113"/>
                <a:gd name="T63" fmla="*/ 6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3" h="135">
                  <a:moveTo>
                    <a:pt x="33" y="78"/>
                  </a:moveTo>
                  <a:cubicBezTo>
                    <a:pt x="33" y="80"/>
                    <a:pt x="33" y="81"/>
                    <a:pt x="33" y="82"/>
                  </a:cubicBezTo>
                  <a:cubicBezTo>
                    <a:pt x="33" y="93"/>
                    <a:pt x="33" y="103"/>
                    <a:pt x="33" y="114"/>
                  </a:cubicBezTo>
                  <a:cubicBezTo>
                    <a:pt x="33" y="115"/>
                    <a:pt x="33" y="117"/>
                    <a:pt x="33" y="118"/>
                  </a:cubicBezTo>
                  <a:cubicBezTo>
                    <a:pt x="34" y="125"/>
                    <a:pt x="35" y="127"/>
                    <a:pt x="43" y="128"/>
                  </a:cubicBezTo>
                  <a:cubicBezTo>
                    <a:pt x="45" y="128"/>
                    <a:pt x="47" y="128"/>
                    <a:pt x="49" y="128"/>
                  </a:cubicBezTo>
                  <a:cubicBezTo>
                    <a:pt x="49" y="130"/>
                    <a:pt x="49" y="133"/>
                    <a:pt x="49" y="135"/>
                  </a:cubicBezTo>
                  <a:cubicBezTo>
                    <a:pt x="33" y="135"/>
                    <a:pt x="16" y="135"/>
                    <a:pt x="0" y="135"/>
                  </a:cubicBezTo>
                  <a:cubicBezTo>
                    <a:pt x="0" y="133"/>
                    <a:pt x="0" y="131"/>
                    <a:pt x="0" y="128"/>
                  </a:cubicBezTo>
                  <a:cubicBezTo>
                    <a:pt x="2" y="128"/>
                    <a:pt x="5" y="128"/>
                    <a:pt x="8" y="127"/>
                  </a:cubicBezTo>
                  <a:cubicBezTo>
                    <a:pt x="13" y="126"/>
                    <a:pt x="14" y="125"/>
                    <a:pt x="15" y="120"/>
                  </a:cubicBezTo>
                  <a:cubicBezTo>
                    <a:pt x="15" y="118"/>
                    <a:pt x="15" y="116"/>
                    <a:pt x="15" y="114"/>
                  </a:cubicBezTo>
                  <a:cubicBezTo>
                    <a:pt x="16" y="83"/>
                    <a:pt x="16" y="52"/>
                    <a:pt x="15" y="21"/>
                  </a:cubicBezTo>
                  <a:cubicBezTo>
                    <a:pt x="15" y="19"/>
                    <a:pt x="15" y="16"/>
                    <a:pt x="15" y="14"/>
                  </a:cubicBezTo>
                  <a:cubicBezTo>
                    <a:pt x="14" y="11"/>
                    <a:pt x="12" y="9"/>
                    <a:pt x="9" y="9"/>
                  </a:cubicBezTo>
                  <a:cubicBezTo>
                    <a:pt x="6" y="8"/>
                    <a:pt x="3" y="8"/>
                    <a:pt x="0" y="8"/>
                  </a:cubicBezTo>
                  <a:cubicBezTo>
                    <a:pt x="0" y="5"/>
                    <a:pt x="0" y="3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21" y="0"/>
                    <a:pt x="39" y="0"/>
                    <a:pt x="56" y="0"/>
                  </a:cubicBezTo>
                  <a:cubicBezTo>
                    <a:pt x="62" y="0"/>
                    <a:pt x="68" y="1"/>
                    <a:pt x="73" y="1"/>
                  </a:cubicBezTo>
                  <a:cubicBezTo>
                    <a:pt x="98" y="4"/>
                    <a:pt x="113" y="26"/>
                    <a:pt x="106" y="50"/>
                  </a:cubicBezTo>
                  <a:cubicBezTo>
                    <a:pt x="102" y="64"/>
                    <a:pt x="93" y="73"/>
                    <a:pt x="78" y="76"/>
                  </a:cubicBezTo>
                  <a:cubicBezTo>
                    <a:pt x="70" y="77"/>
                    <a:pt x="63" y="77"/>
                    <a:pt x="55" y="78"/>
                  </a:cubicBezTo>
                  <a:cubicBezTo>
                    <a:pt x="48" y="78"/>
                    <a:pt x="41" y="78"/>
                    <a:pt x="33" y="78"/>
                  </a:cubicBezTo>
                  <a:close/>
                  <a:moveTo>
                    <a:pt x="33" y="68"/>
                  </a:moveTo>
                  <a:cubicBezTo>
                    <a:pt x="45" y="67"/>
                    <a:pt x="56" y="68"/>
                    <a:pt x="67" y="67"/>
                  </a:cubicBezTo>
                  <a:cubicBezTo>
                    <a:pt x="76" y="66"/>
                    <a:pt x="82" y="60"/>
                    <a:pt x="85" y="52"/>
                  </a:cubicBezTo>
                  <a:cubicBezTo>
                    <a:pt x="89" y="45"/>
                    <a:pt x="89" y="37"/>
                    <a:pt x="87" y="29"/>
                  </a:cubicBezTo>
                  <a:cubicBezTo>
                    <a:pt x="84" y="19"/>
                    <a:pt x="78" y="12"/>
                    <a:pt x="66" y="11"/>
                  </a:cubicBezTo>
                  <a:cubicBezTo>
                    <a:pt x="56" y="11"/>
                    <a:pt x="45" y="11"/>
                    <a:pt x="34" y="11"/>
                  </a:cubicBezTo>
                  <a:cubicBezTo>
                    <a:pt x="34" y="11"/>
                    <a:pt x="34" y="11"/>
                    <a:pt x="33" y="11"/>
                  </a:cubicBezTo>
                  <a:cubicBezTo>
                    <a:pt x="33" y="30"/>
                    <a:pt x="33" y="48"/>
                    <a:pt x="33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6858909" y="3891177"/>
              <a:ext cx="381253" cy="394068"/>
            </a:xfrm>
            <a:custGeom>
              <a:avLst/>
              <a:gdLst>
                <a:gd name="T0" fmla="*/ 49 w 133"/>
                <a:gd name="T1" fmla="*/ 0 h 138"/>
                <a:gd name="T2" fmla="*/ 49 w 133"/>
                <a:gd name="T3" fmla="*/ 7 h 138"/>
                <a:gd name="T4" fmla="*/ 41 w 133"/>
                <a:gd name="T5" fmla="*/ 8 h 138"/>
                <a:gd name="T6" fmla="*/ 34 w 133"/>
                <a:gd name="T7" fmla="*/ 15 h 138"/>
                <a:gd name="T8" fmla="*/ 33 w 133"/>
                <a:gd name="T9" fmla="*/ 23 h 138"/>
                <a:gd name="T10" fmla="*/ 33 w 133"/>
                <a:gd name="T11" fmla="*/ 83 h 138"/>
                <a:gd name="T12" fmla="*/ 34 w 133"/>
                <a:gd name="T13" fmla="*/ 96 h 138"/>
                <a:gd name="T14" fmla="*/ 60 w 133"/>
                <a:gd name="T15" fmla="*/ 124 h 138"/>
                <a:gd name="T16" fmla="*/ 100 w 133"/>
                <a:gd name="T17" fmla="*/ 110 h 138"/>
                <a:gd name="T18" fmla="*/ 106 w 133"/>
                <a:gd name="T19" fmla="*/ 94 h 138"/>
                <a:gd name="T20" fmla="*/ 107 w 133"/>
                <a:gd name="T21" fmla="*/ 80 h 138"/>
                <a:gd name="T22" fmla="*/ 107 w 133"/>
                <a:gd name="T23" fmla="*/ 24 h 138"/>
                <a:gd name="T24" fmla="*/ 106 w 133"/>
                <a:gd name="T25" fmla="*/ 15 h 138"/>
                <a:gd name="T26" fmla="*/ 97 w 133"/>
                <a:gd name="T27" fmla="*/ 8 h 138"/>
                <a:gd name="T28" fmla="*/ 91 w 133"/>
                <a:gd name="T29" fmla="*/ 7 h 138"/>
                <a:gd name="T30" fmla="*/ 91 w 133"/>
                <a:gd name="T31" fmla="*/ 0 h 138"/>
                <a:gd name="T32" fmla="*/ 133 w 133"/>
                <a:gd name="T33" fmla="*/ 0 h 138"/>
                <a:gd name="T34" fmla="*/ 133 w 133"/>
                <a:gd name="T35" fmla="*/ 7 h 138"/>
                <a:gd name="T36" fmla="*/ 126 w 133"/>
                <a:gd name="T37" fmla="*/ 8 h 138"/>
                <a:gd name="T38" fmla="*/ 118 w 133"/>
                <a:gd name="T39" fmla="*/ 15 h 138"/>
                <a:gd name="T40" fmla="*/ 118 w 133"/>
                <a:gd name="T41" fmla="*/ 25 h 138"/>
                <a:gd name="T42" fmla="*/ 117 w 133"/>
                <a:gd name="T43" fmla="*/ 88 h 138"/>
                <a:gd name="T44" fmla="*/ 114 w 133"/>
                <a:gd name="T45" fmla="*/ 105 h 138"/>
                <a:gd name="T46" fmla="*/ 74 w 133"/>
                <a:gd name="T47" fmla="*/ 136 h 138"/>
                <a:gd name="T48" fmla="*/ 35 w 133"/>
                <a:gd name="T49" fmla="*/ 127 h 138"/>
                <a:gd name="T50" fmla="*/ 17 w 133"/>
                <a:gd name="T51" fmla="*/ 96 h 138"/>
                <a:gd name="T52" fmla="*/ 16 w 133"/>
                <a:gd name="T53" fmla="*/ 83 h 138"/>
                <a:gd name="T54" fmla="*/ 16 w 133"/>
                <a:gd name="T55" fmla="*/ 25 h 138"/>
                <a:gd name="T56" fmla="*/ 16 w 133"/>
                <a:gd name="T57" fmla="*/ 15 h 138"/>
                <a:gd name="T58" fmla="*/ 8 w 133"/>
                <a:gd name="T59" fmla="*/ 8 h 138"/>
                <a:gd name="T60" fmla="*/ 0 w 133"/>
                <a:gd name="T61" fmla="*/ 7 h 138"/>
                <a:gd name="T62" fmla="*/ 0 w 133"/>
                <a:gd name="T63" fmla="*/ 0 h 138"/>
                <a:gd name="T64" fmla="*/ 49 w 133"/>
                <a:gd name="T65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3" h="138">
                  <a:moveTo>
                    <a:pt x="49" y="0"/>
                  </a:move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1" y="8"/>
                  </a:cubicBezTo>
                  <a:cubicBezTo>
                    <a:pt x="36" y="8"/>
                    <a:pt x="34" y="10"/>
                    <a:pt x="34" y="15"/>
                  </a:cubicBezTo>
                  <a:cubicBezTo>
                    <a:pt x="33" y="17"/>
                    <a:pt x="33" y="20"/>
                    <a:pt x="33" y="23"/>
                  </a:cubicBezTo>
                  <a:cubicBezTo>
                    <a:pt x="33" y="43"/>
                    <a:pt x="33" y="63"/>
                    <a:pt x="33" y="83"/>
                  </a:cubicBezTo>
                  <a:cubicBezTo>
                    <a:pt x="33" y="87"/>
                    <a:pt x="33" y="92"/>
                    <a:pt x="34" y="96"/>
                  </a:cubicBezTo>
                  <a:cubicBezTo>
                    <a:pt x="36" y="112"/>
                    <a:pt x="46" y="120"/>
                    <a:pt x="60" y="124"/>
                  </a:cubicBezTo>
                  <a:cubicBezTo>
                    <a:pt x="76" y="128"/>
                    <a:pt x="89" y="123"/>
                    <a:pt x="100" y="110"/>
                  </a:cubicBezTo>
                  <a:cubicBezTo>
                    <a:pt x="104" y="106"/>
                    <a:pt x="105" y="100"/>
                    <a:pt x="106" y="94"/>
                  </a:cubicBezTo>
                  <a:cubicBezTo>
                    <a:pt x="106" y="90"/>
                    <a:pt x="106" y="85"/>
                    <a:pt x="107" y="80"/>
                  </a:cubicBezTo>
                  <a:cubicBezTo>
                    <a:pt x="107" y="62"/>
                    <a:pt x="107" y="43"/>
                    <a:pt x="107" y="24"/>
                  </a:cubicBezTo>
                  <a:cubicBezTo>
                    <a:pt x="107" y="21"/>
                    <a:pt x="106" y="18"/>
                    <a:pt x="106" y="15"/>
                  </a:cubicBezTo>
                  <a:cubicBezTo>
                    <a:pt x="105" y="10"/>
                    <a:pt x="103" y="8"/>
                    <a:pt x="97" y="8"/>
                  </a:cubicBezTo>
                  <a:cubicBezTo>
                    <a:pt x="95" y="7"/>
                    <a:pt x="93" y="7"/>
                    <a:pt x="91" y="7"/>
                  </a:cubicBezTo>
                  <a:cubicBezTo>
                    <a:pt x="91" y="4"/>
                    <a:pt x="91" y="2"/>
                    <a:pt x="91" y="0"/>
                  </a:cubicBezTo>
                  <a:cubicBezTo>
                    <a:pt x="105" y="0"/>
                    <a:pt x="119" y="0"/>
                    <a:pt x="133" y="0"/>
                  </a:cubicBezTo>
                  <a:cubicBezTo>
                    <a:pt x="133" y="2"/>
                    <a:pt x="133" y="4"/>
                    <a:pt x="133" y="7"/>
                  </a:cubicBezTo>
                  <a:cubicBezTo>
                    <a:pt x="131" y="7"/>
                    <a:pt x="128" y="7"/>
                    <a:pt x="126" y="8"/>
                  </a:cubicBezTo>
                  <a:cubicBezTo>
                    <a:pt x="121" y="8"/>
                    <a:pt x="119" y="11"/>
                    <a:pt x="118" y="15"/>
                  </a:cubicBezTo>
                  <a:cubicBezTo>
                    <a:pt x="118" y="18"/>
                    <a:pt x="118" y="22"/>
                    <a:pt x="118" y="25"/>
                  </a:cubicBezTo>
                  <a:cubicBezTo>
                    <a:pt x="117" y="46"/>
                    <a:pt x="118" y="67"/>
                    <a:pt x="117" y="88"/>
                  </a:cubicBezTo>
                  <a:cubicBezTo>
                    <a:pt x="117" y="94"/>
                    <a:pt x="116" y="99"/>
                    <a:pt x="114" y="105"/>
                  </a:cubicBezTo>
                  <a:cubicBezTo>
                    <a:pt x="108" y="124"/>
                    <a:pt x="94" y="134"/>
                    <a:pt x="74" y="136"/>
                  </a:cubicBezTo>
                  <a:cubicBezTo>
                    <a:pt x="60" y="138"/>
                    <a:pt x="47" y="135"/>
                    <a:pt x="35" y="127"/>
                  </a:cubicBezTo>
                  <a:cubicBezTo>
                    <a:pt x="24" y="120"/>
                    <a:pt x="18" y="109"/>
                    <a:pt x="17" y="96"/>
                  </a:cubicBezTo>
                  <a:cubicBezTo>
                    <a:pt x="16" y="92"/>
                    <a:pt x="16" y="87"/>
                    <a:pt x="16" y="83"/>
                  </a:cubicBezTo>
                  <a:cubicBezTo>
                    <a:pt x="16" y="64"/>
                    <a:pt x="16" y="45"/>
                    <a:pt x="16" y="25"/>
                  </a:cubicBezTo>
                  <a:cubicBezTo>
                    <a:pt x="16" y="22"/>
                    <a:pt x="16" y="18"/>
                    <a:pt x="16" y="15"/>
                  </a:cubicBezTo>
                  <a:cubicBezTo>
                    <a:pt x="15" y="10"/>
                    <a:pt x="13" y="8"/>
                    <a:pt x="8" y="8"/>
                  </a:cubicBezTo>
                  <a:cubicBezTo>
                    <a:pt x="5" y="7"/>
                    <a:pt x="3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832866" y="3891177"/>
              <a:ext cx="378049" cy="390864"/>
            </a:xfrm>
            <a:custGeom>
              <a:avLst/>
              <a:gdLst>
                <a:gd name="T0" fmla="*/ 73 w 133"/>
                <a:gd name="T1" fmla="*/ 137 h 137"/>
                <a:gd name="T2" fmla="*/ 64 w 133"/>
                <a:gd name="T3" fmla="*/ 137 h 137"/>
                <a:gd name="T4" fmla="*/ 58 w 133"/>
                <a:gd name="T5" fmla="*/ 133 h 137"/>
                <a:gd name="T6" fmla="*/ 39 w 133"/>
                <a:gd name="T7" fmla="*/ 80 h 137"/>
                <a:gd name="T8" fmla="*/ 17 w 133"/>
                <a:gd name="T9" fmla="*/ 23 h 137"/>
                <a:gd name="T10" fmla="*/ 13 w 133"/>
                <a:gd name="T11" fmla="*/ 14 h 137"/>
                <a:gd name="T12" fmla="*/ 4 w 133"/>
                <a:gd name="T13" fmla="*/ 7 h 137"/>
                <a:gd name="T14" fmla="*/ 0 w 133"/>
                <a:gd name="T15" fmla="*/ 7 h 137"/>
                <a:gd name="T16" fmla="*/ 0 w 133"/>
                <a:gd name="T17" fmla="*/ 0 h 137"/>
                <a:gd name="T18" fmla="*/ 47 w 133"/>
                <a:gd name="T19" fmla="*/ 0 h 137"/>
                <a:gd name="T20" fmla="*/ 47 w 133"/>
                <a:gd name="T21" fmla="*/ 7 h 137"/>
                <a:gd name="T22" fmla="*/ 39 w 133"/>
                <a:gd name="T23" fmla="*/ 8 h 137"/>
                <a:gd name="T24" fmla="*/ 34 w 133"/>
                <a:gd name="T25" fmla="*/ 15 h 137"/>
                <a:gd name="T26" fmla="*/ 35 w 133"/>
                <a:gd name="T27" fmla="*/ 20 h 137"/>
                <a:gd name="T28" fmla="*/ 68 w 133"/>
                <a:gd name="T29" fmla="*/ 112 h 137"/>
                <a:gd name="T30" fmla="*/ 70 w 133"/>
                <a:gd name="T31" fmla="*/ 116 h 137"/>
                <a:gd name="T32" fmla="*/ 72 w 133"/>
                <a:gd name="T33" fmla="*/ 113 h 137"/>
                <a:gd name="T34" fmla="*/ 106 w 133"/>
                <a:gd name="T35" fmla="*/ 18 h 137"/>
                <a:gd name="T36" fmla="*/ 106 w 133"/>
                <a:gd name="T37" fmla="*/ 16 h 137"/>
                <a:gd name="T38" fmla="*/ 101 w 133"/>
                <a:gd name="T39" fmla="*/ 7 h 137"/>
                <a:gd name="T40" fmla="*/ 94 w 133"/>
                <a:gd name="T41" fmla="*/ 7 h 137"/>
                <a:gd name="T42" fmla="*/ 94 w 133"/>
                <a:gd name="T43" fmla="*/ 0 h 137"/>
                <a:gd name="T44" fmla="*/ 133 w 133"/>
                <a:gd name="T45" fmla="*/ 0 h 137"/>
                <a:gd name="T46" fmla="*/ 133 w 133"/>
                <a:gd name="T47" fmla="*/ 7 h 137"/>
                <a:gd name="T48" fmla="*/ 130 w 133"/>
                <a:gd name="T49" fmla="*/ 7 h 137"/>
                <a:gd name="T50" fmla="*/ 119 w 133"/>
                <a:gd name="T51" fmla="*/ 16 h 137"/>
                <a:gd name="T52" fmla="*/ 110 w 133"/>
                <a:gd name="T53" fmla="*/ 38 h 137"/>
                <a:gd name="T54" fmla="*/ 74 w 133"/>
                <a:gd name="T55" fmla="*/ 133 h 137"/>
                <a:gd name="T56" fmla="*/ 73 w 133"/>
                <a:gd name="T5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7">
                  <a:moveTo>
                    <a:pt x="73" y="137"/>
                  </a:moveTo>
                  <a:cubicBezTo>
                    <a:pt x="69" y="137"/>
                    <a:pt x="66" y="137"/>
                    <a:pt x="64" y="137"/>
                  </a:cubicBezTo>
                  <a:cubicBezTo>
                    <a:pt x="61" y="137"/>
                    <a:pt x="59" y="136"/>
                    <a:pt x="58" y="133"/>
                  </a:cubicBezTo>
                  <a:cubicBezTo>
                    <a:pt x="52" y="115"/>
                    <a:pt x="45" y="98"/>
                    <a:pt x="39" y="80"/>
                  </a:cubicBezTo>
                  <a:cubicBezTo>
                    <a:pt x="31" y="61"/>
                    <a:pt x="24" y="42"/>
                    <a:pt x="17" y="23"/>
                  </a:cubicBezTo>
                  <a:cubicBezTo>
                    <a:pt x="16" y="20"/>
                    <a:pt x="15" y="17"/>
                    <a:pt x="13" y="14"/>
                  </a:cubicBezTo>
                  <a:cubicBezTo>
                    <a:pt x="11" y="10"/>
                    <a:pt x="8" y="8"/>
                    <a:pt x="4" y="7"/>
                  </a:cubicBezTo>
                  <a:cubicBezTo>
                    <a:pt x="3" y="7"/>
                    <a:pt x="2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1" y="0"/>
                    <a:pt x="47" y="0"/>
                  </a:cubicBezTo>
                  <a:cubicBezTo>
                    <a:pt x="47" y="2"/>
                    <a:pt x="47" y="4"/>
                    <a:pt x="47" y="7"/>
                  </a:cubicBezTo>
                  <a:cubicBezTo>
                    <a:pt x="44" y="7"/>
                    <a:pt x="42" y="7"/>
                    <a:pt x="39" y="8"/>
                  </a:cubicBezTo>
                  <a:cubicBezTo>
                    <a:pt x="34" y="8"/>
                    <a:pt x="33" y="10"/>
                    <a:pt x="34" y="15"/>
                  </a:cubicBezTo>
                  <a:cubicBezTo>
                    <a:pt x="34" y="17"/>
                    <a:pt x="35" y="19"/>
                    <a:pt x="35" y="20"/>
                  </a:cubicBezTo>
                  <a:cubicBezTo>
                    <a:pt x="46" y="51"/>
                    <a:pt x="57" y="81"/>
                    <a:pt x="68" y="112"/>
                  </a:cubicBezTo>
                  <a:cubicBezTo>
                    <a:pt x="69" y="113"/>
                    <a:pt x="69" y="114"/>
                    <a:pt x="70" y="116"/>
                  </a:cubicBezTo>
                  <a:cubicBezTo>
                    <a:pt x="71" y="114"/>
                    <a:pt x="71" y="113"/>
                    <a:pt x="72" y="113"/>
                  </a:cubicBezTo>
                  <a:cubicBezTo>
                    <a:pt x="83" y="81"/>
                    <a:pt x="94" y="50"/>
                    <a:pt x="106" y="18"/>
                  </a:cubicBezTo>
                  <a:cubicBezTo>
                    <a:pt x="106" y="17"/>
                    <a:pt x="106" y="17"/>
                    <a:pt x="106" y="16"/>
                  </a:cubicBezTo>
                  <a:cubicBezTo>
                    <a:pt x="107" y="10"/>
                    <a:pt x="106" y="8"/>
                    <a:pt x="101" y="7"/>
                  </a:cubicBezTo>
                  <a:cubicBezTo>
                    <a:pt x="98" y="7"/>
                    <a:pt x="96" y="7"/>
                    <a:pt x="94" y="7"/>
                  </a:cubicBezTo>
                  <a:cubicBezTo>
                    <a:pt x="94" y="4"/>
                    <a:pt x="94" y="2"/>
                    <a:pt x="94" y="0"/>
                  </a:cubicBezTo>
                  <a:cubicBezTo>
                    <a:pt x="106" y="0"/>
                    <a:pt x="119" y="0"/>
                    <a:pt x="133" y="0"/>
                  </a:cubicBezTo>
                  <a:cubicBezTo>
                    <a:pt x="133" y="2"/>
                    <a:pt x="133" y="4"/>
                    <a:pt x="133" y="7"/>
                  </a:cubicBezTo>
                  <a:cubicBezTo>
                    <a:pt x="132" y="7"/>
                    <a:pt x="131" y="7"/>
                    <a:pt x="130" y="7"/>
                  </a:cubicBezTo>
                  <a:cubicBezTo>
                    <a:pt x="124" y="8"/>
                    <a:pt x="121" y="11"/>
                    <a:pt x="119" y="16"/>
                  </a:cubicBezTo>
                  <a:cubicBezTo>
                    <a:pt x="116" y="24"/>
                    <a:pt x="113" y="31"/>
                    <a:pt x="110" y="38"/>
                  </a:cubicBezTo>
                  <a:cubicBezTo>
                    <a:pt x="98" y="70"/>
                    <a:pt x="86" y="101"/>
                    <a:pt x="74" y="133"/>
                  </a:cubicBezTo>
                  <a:cubicBezTo>
                    <a:pt x="74" y="134"/>
                    <a:pt x="73" y="135"/>
                    <a:pt x="73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9844855" y="3891177"/>
              <a:ext cx="342807" cy="384457"/>
            </a:xfrm>
            <a:custGeom>
              <a:avLst/>
              <a:gdLst>
                <a:gd name="T0" fmla="*/ 85 w 120"/>
                <a:gd name="T1" fmla="*/ 127 h 135"/>
                <a:gd name="T2" fmla="*/ 85 w 120"/>
                <a:gd name="T3" fmla="*/ 134 h 135"/>
                <a:gd name="T4" fmla="*/ 35 w 120"/>
                <a:gd name="T5" fmla="*/ 134 h 135"/>
                <a:gd name="T6" fmla="*/ 35 w 120"/>
                <a:gd name="T7" fmla="*/ 127 h 135"/>
                <a:gd name="T8" fmla="*/ 44 w 120"/>
                <a:gd name="T9" fmla="*/ 126 h 135"/>
                <a:gd name="T10" fmla="*/ 50 w 120"/>
                <a:gd name="T11" fmla="*/ 120 h 135"/>
                <a:gd name="T12" fmla="*/ 51 w 120"/>
                <a:gd name="T13" fmla="*/ 113 h 135"/>
                <a:gd name="T14" fmla="*/ 51 w 120"/>
                <a:gd name="T15" fmla="*/ 85 h 135"/>
                <a:gd name="T16" fmla="*/ 50 w 120"/>
                <a:gd name="T17" fmla="*/ 79 h 135"/>
                <a:gd name="T18" fmla="*/ 17 w 120"/>
                <a:gd name="T19" fmla="*/ 19 h 135"/>
                <a:gd name="T20" fmla="*/ 15 w 120"/>
                <a:gd name="T21" fmla="*/ 15 h 135"/>
                <a:gd name="T22" fmla="*/ 3 w 120"/>
                <a:gd name="T23" fmla="*/ 7 h 135"/>
                <a:gd name="T24" fmla="*/ 0 w 120"/>
                <a:gd name="T25" fmla="*/ 7 h 135"/>
                <a:gd name="T26" fmla="*/ 0 w 120"/>
                <a:gd name="T27" fmla="*/ 0 h 135"/>
                <a:gd name="T28" fmla="*/ 48 w 120"/>
                <a:gd name="T29" fmla="*/ 0 h 135"/>
                <a:gd name="T30" fmla="*/ 48 w 120"/>
                <a:gd name="T31" fmla="*/ 7 h 135"/>
                <a:gd name="T32" fmla="*/ 40 w 120"/>
                <a:gd name="T33" fmla="*/ 7 h 135"/>
                <a:gd name="T34" fmla="*/ 36 w 120"/>
                <a:gd name="T35" fmla="*/ 14 h 135"/>
                <a:gd name="T36" fmla="*/ 37 w 120"/>
                <a:gd name="T37" fmla="*/ 18 h 135"/>
                <a:gd name="T38" fmla="*/ 61 w 120"/>
                <a:gd name="T39" fmla="*/ 64 h 135"/>
                <a:gd name="T40" fmla="*/ 63 w 120"/>
                <a:gd name="T41" fmla="*/ 68 h 135"/>
                <a:gd name="T42" fmla="*/ 66 w 120"/>
                <a:gd name="T43" fmla="*/ 64 h 135"/>
                <a:gd name="T44" fmla="*/ 91 w 120"/>
                <a:gd name="T45" fmla="*/ 18 h 135"/>
                <a:gd name="T46" fmla="*/ 93 w 120"/>
                <a:gd name="T47" fmla="*/ 12 h 135"/>
                <a:gd name="T48" fmla="*/ 90 w 120"/>
                <a:gd name="T49" fmla="*/ 8 h 135"/>
                <a:gd name="T50" fmla="*/ 81 w 120"/>
                <a:gd name="T51" fmla="*/ 7 h 135"/>
                <a:gd name="T52" fmla="*/ 81 w 120"/>
                <a:gd name="T53" fmla="*/ 0 h 135"/>
                <a:gd name="T54" fmla="*/ 120 w 120"/>
                <a:gd name="T55" fmla="*/ 0 h 135"/>
                <a:gd name="T56" fmla="*/ 120 w 120"/>
                <a:gd name="T57" fmla="*/ 7 h 135"/>
                <a:gd name="T58" fmla="*/ 115 w 120"/>
                <a:gd name="T59" fmla="*/ 8 h 135"/>
                <a:gd name="T60" fmla="*/ 108 w 120"/>
                <a:gd name="T61" fmla="*/ 12 h 135"/>
                <a:gd name="T62" fmla="*/ 103 w 120"/>
                <a:gd name="T63" fmla="*/ 19 h 135"/>
                <a:gd name="T64" fmla="*/ 71 w 120"/>
                <a:gd name="T65" fmla="*/ 75 h 135"/>
                <a:gd name="T66" fmla="*/ 69 w 120"/>
                <a:gd name="T67" fmla="*/ 82 h 135"/>
                <a:gd name="T68" fmla="*/ 69 w 120"/>
                <a:gd name="T69" fmla="*/ 111 h 135"/>
                <a:gd name="T70" fmla="*/ 69 w 120"/>
                <a:gd name="T71" fmla="*/ 118 h 135"/>
                <a:gd name="T72" fmla="*/ 77 w 120"/>
                <a:gd name="T73" fmla="*/ 126 h 135"/>
                <a:gd name="T74" fmla="*/ 85 w 120"/>
                <a:gd name="T75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0" h="135">
                  <a:moveTo>
                    <a:pt x="85" y="127"/>
                  </a:moveTo>
                  <a:cubicBezTo>
                    <a:pt x="85" y="130"/>
                    <a:pt x="85" y="132"/>
                    <a:pt x="85" y="134"/>
                  </a:cubicBezTo>
                  <a:cubicBezTo>
                    <a:pt x="81" y="135"/>
                    <a:pt x="44" y="135"/>
                    <a:pt x="35" y="134"/>
                  </a:cubicBezTo>
                  <a:cubicBezTo>
                    <a:pt x="35" y="132"/>
                    <a:pt x="35" y="130"/>
                    <a:pt x="35" y="127"/>
                  </a:cubicBezTo>
                  <a:cubicBezTo>
                    <a:pt x="38" y="127"/>
                    <a:pt x="41" y="126"/>
                    <a:pt x="44" y="126"/>
                  </a:cubicBezTo>
                  <a:cubicBezTo>
                    <a:pt x="48" y="126"/>
                    <a:pt x="50" y="124"/>
                    <a:pt x="50" y="120"/>
                  </a:cubicBezTo>
                  <a:cubicBezTo>
                    <a:pt x="51" y="118"/>
                    <a:pt x="51" y="115"/>
                    <a:pt x="51" y="113"/>
                  </a:cubicBezTo>
                  <a:cubicBezTo>
                    <a:pt x="51" y="104"/>
                    <a:pt x="51" y="95"/>
                    <a:pt x="51" y="85"/>
                  </a:cubicBezTo>
                  <a:cubicBezTo>
                    <a:pt x="51" y="83"/>
                    <a:pt x="51" y="81"/>
                    <a:pt x="50" y="79"/>
                  </a:cubicBezTo>
                  <a:cubicBezTo>
                    <a:pt x="39" y="59"/>
                    <a:pt x="28" y="39"/>
                    <a:pt x="17" y="19"/>
                  </a:cubicBezTo>
                  <a:cubicBezTo>
                    <a:pt x="16" y="17"/>
                    <a:pt x="15" y="16"/>
                    <a:pt x="15" y="15"/>
                  </a:cubicBezTo>
                  <a:cubicBezTo>
                    <a:pt x="12" y="10"/>
                    <a:pt x="9" y="7"/>
                    <a:pt x="3" y="7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1" y="0"/>
                    <a:pt x="48" y="0"/>
                  </a:cubicBezTo>
                  <a:cubicBezTo>
                    <a:pt x="48" y="2"/>
                    <a:pt x="48" y="4"/>
                    <a:pt x="48" y="7"/>
                  </a:cubicBezTo>
                  <a:cubicBezTo>
                    <a:pt x="45" y="7"/>
                    <a:pt x="42" y="7"/>
                    <a:pt x="40" y="7"/>
                  </a:cubicBezTo>
                  <a:cubicBezTo>
                    <a:pt x="35" y="8"/>
                    <a:pt x="34" y="10"/>
                    <a:pt x="36" y="14"/>
                  </a:cubicBezTo>
                  <a:cubicBezTo>
                    <a:pt x="36" y="15"/>
                    <a:pt x="37" y="17"/>
                    <a:pt x="37" y="18"/>
                  </a:cubicBezTo>
                  <a:cubicBezTo>
                    <a:pt x="45" y="33"/>
                    <a:pt x="53" y="49"/>
                    <a:pt x="61" y="64"/>
                  </a:cubicBezTo>
                  <a:cubicBezTo>
                    <a:pt x="61" y="65"/>
                    <a:pt x="62" y="66"/>
                    <a:pt x="63" y="68"/>
                  </a:cubicBezTo>
                  <a:cubicBezTo>
                    <a:pt x="64" y="66"/>
                    <a:pt x="65" y="65"/>
                    <a:pt x="66" y="64"/>
                  </a:cubicBezTo>
                  <a:cubicBezTo>
                    <a:pt x="74" y="49"/>
                    <a:pt x="82" y="34"/>
                    <a:pt x="91" y="18"/>
                  </a:cubicBezTo>
                  <a:cubicBezTo>
                    <a:pt x="92" y="16"/>
                    <a:pt x="93" y="14"/>
                    <a:pt x="93" y="12"/>
                  </a:cubicBezTo>
                  <a:cubicBezTo>
                    <a:pt x="94" y="9"/>
                    <a:pt x="93" y="8"/>
                    <a:pt x="90" y="8"/>
                  </a:cubicBezTo>
                  <a:cubicBezTo>
                    <a:pt x="87" y="7"/>
                    <a:pt x="85" y="7"/>
                    <a:pt x="81" y="7"/>
                  </a:cubicBezTo>
                  <a:cubicBezTo>
                    <a:pt x="81" y="4"/>
                    <a:pt x="81" y="2"/>
                    <a:pt x="81" y="0"/>
                  </a:cubicBezTo>
                  <a:cubicBezTo>
                    <a:pt x="94" y="0"/>
                    <a:pt x="107" y="0"/>
                    <a:pt x="120" y="0"/>
                  </a:cubicBezTo>
                  <a:cubicBezTo>
                    <a:pt x="120" y="2"/>
                    <a:pt x="120" y="4"/>
                    <a:pt x="120" y="7"/>
                  </a:cubicBezTo>
                  <a:cubicBezTo>
                    <a:pt x="119" y="7"/>
                    <a:pt x="117" y="7"/>
                    <a:pt x="115" y="8"/>
                  </a:cubicBezTo>
                  <a:cubicBezTo>
                    <a:pt x="112" y="8"/>
                    <a:pt x="109" y="9"/>
                    <a:pt x="108" y="12"/>
                  </a:cubicBezTo>
                  <a:cubicBezTo>
                    <a:pt x="106" y="14"/>
                    <a:pt x="104" y="17"/>
                    <a:pt x="103" y="19"/>
                  </a:cubicBezTo>
                  <a:cubicBezTo>
                    <a:pt x="92" y="38"/>
                    <a:pt x="81" y="56"/>
                    <a:pt x="71" y="75"/>
                  </a:cubicBezTo>
                  <a:cubicBezTo>
                    <a:pt x="69" y="77"/>
                    <a:pt x="68" y="80"/>
                    <a:pt x="69" y="82"/>
                  </a:cubicBezTo>
                  <a:cubicBezTo>
                    <a:pt x="69" y="92"/>
                    <a:pt x="69" y="102"/>
                    <a:pt x="69" y="111"/>
                  </a:cubicBezTo>
                  <a:cubicBezTo>
                    <a:pt x="69" y="114"/>
                    <a:pt x="69" y="116"/>
                    <a:pt x="69" y="118"/>
                  </a:cubicBezTo>
                  <a:cubicBezTo>
                    <a:pt x="70" y="124"/>
                    <a:pt x="71" y="125"/>
                    <a:pt x="77" y="126"/>
                  </a:cubicBezTo>
                  <a:cubicBezTo>
                    <a:pt x="80" y="126"/>
                    <a:pt x="82" y="127"/>
                    <a:pt x="85" y="1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9514863" y="3878362"/>
              <a:ext cx="329992" cy="394068"/>
            </a:xfrm>
            <a:custGeom>
              <a:avLst/>
              <a:gdLst>
                <a:gd name="T0" fmla="*/ 108 w 116"/>
                <a:gd name="T1" fmla="*/ 42 h 139"/>
                <a:gd name="T2" fmla="*/ 102 w 116"/>
                <a:gd name="T3" fmla="*/ 29 h 139"/>
                <a:gd name="T4" fmla="*/ 72 w 116"/>
                <a:gd name="T5" fmla="*/ 14 h 139"/>
                <a:gd name="T6" fmla="*/ 67 w 116"/>
                <a:gd name="T7" fmla="*/ 18 h 139"/>
                <a:gd name="T8" fmla="*/ 66 w 116"/>
                <a:gd name="T9" fmla="*/ 24 h 139"/>
                <a:gd name="T10" fmla="*/ 66 w 116"/>
                <a:gd name="T11" fmla="*/ 115 h 139"/>
                <a:gd name="T12" fmla="*/ 67 w 116"/>
                <a:gd name="T13" fmla="*/ 123 h 139"/>
                <a:gd name="T14" fmla="*/ 75 w 116"/>
                <a:gd name="T15" fmla="*/ 131 h 139"/>
                <a:gd name="T16" fmla="*/ 83 w 116"/>
                <a:gd name="T17" fmla="*/ 132 h 139"/>
                <a:gd name="T18" fmla="*/ 83 w 116"/>
                <a:gd name="T19" fmla="*/ 139 h 139"/>
                <a:gd name="T20" fmla="*/ 33 w 116"/>
                <a:gd name="T21" fmla="*/ 139 h 139"/>
                <a:gd name="T22" fmla="*/ 33 w 116"/>
                <a:gd name="T23" fmla="*/ 132 h 139"/>
                <a:gd name="T24" fmla="*/ 41 w 116"/>
                <a:gd name="T25" fmla="*/ 131 h 139"/>
                <a:gd name="T26" fmla="*/ 49 w 116"/>
                <a:gd name="T27" fmla="*/ 123 h 139"/>
                <a:gd name="T28" fmla="*/ 49 w 116"/>
                <a:gd name="T29" fmla="*/ 118 h 139"/>
                <a:gd name="T30" fmla="*/ 49 w 116"/>
                <a:gd name="T31" fmla="*/ 22 h 139"/>
                <a:gd name="T32" fmla="*/ 41 w 116"/>
                <a:gd name="T33" fmla="*/ 14 h 139"/>
                <a:gd name="T34" fmla="*/ 32 w 116"/>
                <a:gd name="T35" fmla="*/ 15 h 139"/>
                <a:gd name="T36" fmla="*/ 18 w 116"/>
                <a:gd name="T37" fmla="*/ 23 h 139"/>
                <a:gd name="T38" fmla="*/ 11 w 116"/>
                <a:gd name="T39" fmla="*/ 36 h 139"/>
                <a:gd name="T40" fmla="*/ 8 w 116"/>
                <a:gd name="T41" fmla="*/ 42 h 139"/>
                <a:gd name="T42" fmla="*/ 0 w 116"/>
                <a:gd name="T43" fmla="*/ 39 h 139"/>
                <a:gd name="T44" fmla="*/ 13 w 116"/>
                <a:gd name="T45" fmla="*/ 0 h 139"/>
                <a:gd name="T46" fmla="*/ 19 w 116"/>
                <a:gd name="T47" fmla="*/ 0 h 139"/>
                <a:gd name="T48" fmla="*/ 21 w 116"/>
                <a:gd name="T49" fmla="*/ 4 h 139"/>
                <a:gd name="T50" fmla="*/ 95 w 116"/>
                <a:gd name="T51" fmla="*/ 4 h 139"/>
                <a:gd name="T52" fmla="*/ 97 w 116"/>
                <a:gd name="T53" fmla="*/ 0 h 139"/>
                <a:gd name="T54" fmla="*/ 103 w 116"/>
                <a:gd name="T55" fmla="*/ 0 h 139"/>
                <a:gd name="T56" fmla="*/ 116 w 116"/>
                <a:gd name="T57" fmla="*/ 39 h 139"/>
                <a:gd name="T58" fmla="*/ 108 w 116"/>
                <a:gd name="T59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6" h="139">
                  <a:moveTo>
                    <a:pt x="108" y="42"/>
                  </a:moveTo>
                  <a:cubicBezTo>
                    <a:pt x="106" y="37"/>
                    <a:pt x="104" y="33"/>
                    <a:pt x="102" y="29"/>
                  </a:cubicBezTo>
                  <a:cubicBezTo>
                    <a:pt x="96" y="17"/>
                    <a:pt x="85" y="13"/>
                    <a:pt x="72" y="14"/>
                  </a:cubicBezTo>
                  <a:cubicBezTo>
                    <a:pt x="68" y="14"/>
                    <a:pt x="67" y="15"/>
                    <a:pt x="67" y="18"/>
                  </a:cubicBezTo>
                  <a:cubicBezTo>
                    <a:pt x="66" y="20"/>
                    <a:pt x="66" y="22"/>
                    <a:pt x="66" y="24"/>
                  </a:cubicBezTo>
                  <a:cubicBezTo>
                    <a:pt x="66" y="54"/>
                    <a:pt x="66" y="85"/>
                    <a:pt x="66" y="115"/>
                  </a:cubicBezTo>
                  <a:cubicBezTo>
                    <a:pt x="66" y="118"/>
                    <a:pt x="67" y="120"/>
                    <a:pt x="67" y="123"/>
                  </a:cubicBezTo>
                  <a:cubicBezTo>
                    <a:pt x="68" y="128"/>
                    <a:pt x="70" y="130"/>
                    <a:pt x="75" y="131"/>
                  </a:cubicBezTo>
                  <a:cubicBezTo>
                    <a:pt x="78" y="131"/>
                    <a:pt x="80" y="132"/>
                    <a:pt x="83" y="132"/>
                  </a:cubicBezTo>
                  <a:cubicBezTo>
                    <a:pt x="83" y="134"/>
                    <a:pt x="83" y="137"/>
                    <a:pt x="83" y="139"/>
                  </a:cubicBezTo>
                  <a:cubicBezTo>
                    <a:pt x="66" y="139"/>
                    <a:pt x="50" y="139"/>
                    <a:pt x="33" y="139"/>
                  </a:cubicBezTo>
                  <a:cubicBezTo>
                    <a:pt x="33" y="137"/>
                    <a:pt x="33" y="135"/>
                    <a:pt x="33" y="132"/>
                  </a:cubicBezTo>
                  <a:cubicBezTo>
                    <a:pt x="36" y="132"/>
                    <a:pt x="39" y="131"/>
                    <a:pt x="41" y="131"/>
                  </a:cubicBezTo>
                  <a:cubicBezTo>
                    <a:pt x="47" y="130"/>
                    <a:pt x="49" y="128"/>
                    <a:pt x="49" y="123"/>
                  </a:cubicBezTo>
                  <a:cubicBezTo>
                    <a:pt x="49" y="121"/>
                    <a:pt x="49" y="120"/>
                    <a:pt x="49" y="118"/>
                  </a:cubicBezTo>
                  <a:cubicBezTo>
                    <a:pt x="49" y="86"/>
                    <a:pt x="49" y="54"/>
                    <a:pt x="49" y="22"/>
                  </a:cubicBezTo>
                  <a:cubicBezTo>
                    <a:pt x="49" y="14"/>
                    <a:pt x="49" y="13"/>
                    <a:pt x="41" y="14"/>
                  </a:cubicBezTo>
                  <a:cubicBezTo>
                    <a:pt x="38" y="14"/>
                    <a:pt x="35" y="14"/>
                    <a:pt x="32" y="15"/>
                  </a:cubicBezTo>
                  <a:cubicBezTo>
                    <a:pt x="26" y="16"/>
                    <a:pt x="21" y="18"/>
                    <a:pt x="18" y="23"/>
                  </a:cubicBezTo>
                  <a:cubicBezTo>
                    <a:pt x="15" y="27"/>
                    <a:pt x="13" y="32"/>
                    <a:pt x="11" y="36"/>
                  </a:cubicBezTo>
                  <a:cubicBezTo>
                    <a:pt x="10" y="38"/>
                    <a:pt x="9" y="40"/>
                    <a:pt x="8" y="42"/>
                  </a:cubicBezTo>
                  <a:cubicBezTo>
                    <a:pt x="5" y="41"/>
                    <a:pt x="3" y="40"/>
                    <a:pt x="0" y="39"/>
                  </a:cubicBezTo>
                  <a:cubicBezTo>
                    <a:pt x="5" y="26"/>
                    <a:pt x="9" y="13"/>
                    <a:pt x="13" y="0"/>
                  </a:cubicBezTo>
                  <a:cubicBezTo>
                    <a:pt x="15" y="0"/>
                    <a:pt x="17" y="0"/>
                    <a:pt x="19" y="0"/>
                  </a:cubicBezTo>
                  <a:cubicBezTo>
                    <a:pt x="20" y="1"/>
                    <a:pt x="20" y="3"/>
                    <a:pt x="21" y="4"/>
                  </a:cubicBezTo>
                  <a:cubicBezTo>
                    <a:pt x="46" y="4"/>
                    <a:pt x="70" y="4"/>
                    <a:pt x="95" y="4"/>
                  </a:cubicBezTo>
                  <a:cubicBezTo>
                    <a:pt x="95" y="3"/>
                    <a:pt x="96" y="1"/>
                    <a:pt x="97" y="0"/>
                  </a:cubicBezTo>
                  <a:cubicBezTo>
                    <a:pt x="98" y="0"/>
                    <a:pt x="100" y="0"/>
                    <a:pt x="103" y="0"/>
                  </a:cubicBezTo>
                  <a:cubicBezTo>
                    <a:pt x="107" y="13"/>
                    <a:pt x="112" y="26"/>
                    <a:pt x="116" y="39"/>
                  </a:cubicBezTo>
                  <a:cubicBezTo>
                    <a:pt x="113" y="40"/>
                    <a:pt x="111" y="41"/>
                    <a:pt x="108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5715150" y="3891177"/>
              <a:ext cx="140967" cy="381253"/>
            </a:xfrm>
            <a:custGeom>
              <a:avLst/>
              <a:gdLst>
                <a:gd name="T0" fmla="*/ 0 w 50"/>
                <a:gd name="T1" fmla="*/ 134 h 134"/>
                <a:gd name="T2" fmla="*/ 0 w 50"/>
                <a:gd name="T3" fmla="*/ 127 h 134"/>
                <a:gd name="T4" fmla="*/ 9 w 50"/>
                <a:gd name="T5" fmla="*/ 126 h 134"/>
                <a:gd name="T6" fmla="*/ 16 w 50"/>
                <a:gd name="T7" fmla="*/ 119 h 134"/>
                <a:gd name="T8" fmla="*/ 16 w 50"/>
                <a:gd name="T9" fmla="*/ 113 h 134"/>
                <a:gd name="T10" fmla="*/ 16 w 50"/>
                <a:gd name="T11" fmla="*/ 21 h 134"/>
                <a:gd name="T12" fmla="*/ 16 w 50"/>
                <a:gd name="T13" fmla="*/ 13 h 134"/>
                <a:gd name="T14" fmla="*/ 9 w 50"/>
                <a:gd name="T15" fmla="*/ 8 h 134"/>
                <a:gd name="T16" fmla="*/ 1 w 50"/>
                <a:gd name="T17" fmla="*/ 7 h 134"/>
                <a:gd name="T18" fmla="*/ 1 w 50"/>
                <a:gd name="T19" fmla="*/ 0 h 134"/>
                <a:gd name="T20" fmla="*/ 49 w 50"/>
                <a:gd name="T21" fmla="*/ 0 h 134"/>
                <a:gd name="T22" fmla="*/ 49 w 50"/>
                <a:gd name="T23" fmla="*/ 7 h 134"/>
                <a:gd name="T24" fmla="*/ 42 w 50"/>
                <a:gd name="T25" fmla="*/ 8 h 134"/>
                <a:gd name="T26" fmla="*/ 34 w 50"/>
                <a:gd name="T27" fmla="*/ 15 h 134"/>
                <a:gd name="T28" fmla="*/ 33 w 50"/>
                <a:gd name="T29" fmla="*/ 23 h 134"/>
                <a:gd name="T30" fmla="*/ 33 w 50"/>
                <a:gd name="T31" fmla="*/ 113 h 134"/>
                <a:gd name="T32" fmla="*/ 46 w 50"/>
                <a:gd name="T33" fmla="*/ 127 h 134"/>
                <a:gd name="T34" fmla="*/ 49 w 50"/>
                <a:gd name="T35" fmla="*/ 127 h 134"/>
                <a:gd name="T36" fmla="*/ 50 w 50"/>
                <a:gd name="T37" fmla="*/ 131 h 134"/>
                <a:gd name="T38" fmla="*/ 49 w 50"/>
                <a:gd name="T39" fmla="*/ 134 h 134"/>
                <a:gd name="T40" fmla="*/ 0 w 50"/>
                <a:gd name="T41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134">
                  <a:moveTo>
                    <a:pt x="0" y="134"/>
                  </a:move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6" y="127"/>
                    <a:pt x="9" y="126"/>
                  </a:cubicBezTo>
                  <a:cubicBezTo>
                    <a:pt x="13" y="125"/>
                    <a:pt x="15" y="124"/>
                    <a:pt x="16" y="119"/>
                  </a:cubicBezTo>
                  <a:cubicBezTo>
                    <a:pt x="16" y="117"/>
                    <a:pt x="16" y="115"/>
                    <a:pt x="16" y="113"/>
                  </a:cubicBezTo>
                  <a:cubicBezTo>
                    <a:pt x="16" y="82"/>
                    <a:pt x="16" y="52"/>
                    <a:pt x="16" y="21"/>
                  </a:cubicBezTo>
                  <a:cubicBezTo>
                    <a:pt x="16" y="18"/>
                    <a:pt x="16" y="16"/>
                    <a:pt x="16" y="13"/>
                  </a:cubicBezTo>
                  <a:cubicBezTo>
                    <a:pt x="15" y="10"/>
                    <a:pt x="13" y="8"/>
                    <a:pt x="9" y="8"/>
                  </a:cubicBezTo>
                  <a:cubicBezTo>
                    <a:pt x="6" y="7"/>
                    <a:pt x="4" y="7"/>
                    <a:pt x="1" y="7"/>
                  </a:cubicBezTo>
                  <a:cubicBezTo>
                    <a:pt x="1" y="4"/>
                    <a:pt x="1" y="2"/>
                    <a:pt x="1" y="0"/>
                  </a:cubicBezTo>
                  <a:cubicBezTo>
                    <a:pt x="17" y="0"/>
                    <a:pt x="33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7" y="7"/>
                    <a:pt x="44" y="7"/>
                    <a:pt x="42" y="8"/>
                  </a:cubicBezTo>
                  <a:cubicBezTo>
                    <a:pt x="38" y="8"/>
                    <a:pt x="35" y="10"/>
                    <a:pt x="34" y="15"/>
                  </a:cubicBezTo>
                  <a:cubicBezTo>
                    <a:pt x="34" y="17"/>
                    <a:pt x="33" y="20"/>
                    <a:pt x="33" y="23"/>
                  </a:cubicBezTo>
                  <a:cubicBezTo>
                    <a:pt x="33" y="53"/>
                    <a:pt x="33" y="83"/>
                    <a:pt x="33" y="113"/>
                  </a:cubicBezTo>
                  <a:cubicBezTo>
                    <a:pt x="33" y="124"/>
                    <a:pt x="36" y="126"/>
                    <a:pt x="46" y="127"/>
                  </a:cubicBezTo>
                  <a:cubicBezTo>
                    <a:pt x="47" y="127"/>
                    <a:pt x="48" y="127"/>
                    <a:pt x="49" y="127"/>
                  </a:cubicBezTo>
                  <a:cubicBezTo>
                    <a:pt x="49" y="128"/>
                    <a:pt x="50" y="129"/>
                    <a:pt x="50" y="131"/>
                  </a:cubicBezTo>
                  <a:cubicBezTo>
                    <a:pt x="50" y="132"/>
                    <a:pt x="49" y="133"/>
                    <a:pt x="49" y="134"/>
                  </a:cubicBezTo>
                  <a:cubicBezTo>
                    <a:pt x="33" y="134"/>
                    <a:pt x="17" y="134"/>
                    <a:pt x="0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9354673" y="3891177"/>
              <a:ext cx="137764" cy="384457"/>
            </a:xfrm>
            <a:custGeom>
              <a:avLst/>
              <a:gdLst>
                <a:gd name="T0" fmla="*/ 0 w 49"/>
                <a:gd name="T1" fmla="*/ 7 h 135"/>
                <a:gd name="T2" fmla="*/ 0 w 49"/>
                <a:gd name="T3" fmla="*/ 0 h 135"/>
                <a:gd name="T4" fmla="*/ 49 w 49"/>
                <a:gd name="T5" fmla="*/ 0 h 135"/>
                <a:gd name="T6" fmla="*/ 49 w 49"/>
                <a:gd name="T7" fmla="*/ 7 h 135"/>
                <a:gd name="T8" fmla="*/ 42 w 49"/>
                <a:gd name="T9" fmla="*/ 8 h 135"/>
                <a:gd name="T10" fmla="*/ 34 w 49"/>
                <a:gd name="T11" fmla="*/ 15 h 135"/>
                <a:gd name="T12" fmla="*/ 33 w 49"/>
                <a:gd name="T13" fmla="*/ 23 h 135"/>
                <a:gd name="T14" fmla="*/ 33 w 49"/>
                <a:gd name="T15" fmla="*/ 113 h 135"/>
                <a:gd name="T16" fmla="*/ 46 w 49"/>
                <a:gd name="T17" fmla="*/ 127 h 135"/>
                <a:gd name="T18" fmla="*/ 49 w 49"/>
                <a:gd name="T19" fmla="*/ 127 h 135"/>
                <a:gd name="T20" fmla="*/ 49 w 49"/>
                <a:gd name="T21" fmla="*/ 134 h 135"/>
                <a:gd name="T22" fmla="*/ 0 w 49"/>
                <a:gd name="T23" fmla="*/ 134 h 135"/>
                <a:gd name="T24" fmla="*/ 0 w 49"/>
                <a:gd name="T25" fmla="*/ 127 h 135"/>
                <a:gd name="T26" fmla="*/ 7 w 49"/>
                <a:gd name="T27" fmla="*/ 126 h 135"/>
                <a:gd name="T28" fmla="*/ 16 w 49"/>
                <a:gd name="T29" fmla="*/ 118 h 135"/>
                <a:gd name="T30" fmla="*/ 16 w 49"/>
                <a:gd name="T31" fmla="*/ 113 h 135"/>
                <a:gd name="T32" fmla="*/ 16 w 49"/>
                <a:gd name="T33" fmla="*/ 20 h 135"/>
                <a:gd name="T34" fmla="*/ 15 w 49"/>
                <a:gd name="T35" fmla="*/ 13 h 135"/>
                <a:gd name="T36" fmla="*/ 9 w 49"/>
                <a:gd name="T37" fmla="*/ 8 h 135"/>
                <a:gd name="T38" fmla="*/ 0 w 49"/>
                <a:gd name="T39" fmla="*/ 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135">
                  <a:moveTo>
                    <a:pt x="0" y="7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37" y="8"/>
                    <a:pt x="35" y="10"/>
                    <a:pt x="34" y="15"/>
                  </a:cubicBezTo>
                  <a:cubicBezTo>
                    <a:pt x="33" y="18"/>
                    <a:pt x="33" y="20"/>
                    <a:pt x="33" y="23"/>
                  </a:cubicBezTo>
                  <a:cubicBezTo>
                    <a:pt x="33" y="53"/>
                    <a:pt x="33" y="83"/>
                    <a:pt x="33" y="113"/>
                  </a:cubicBezTo>
                  <a:cubicBezTo>
                    <a:pt x="33" y="124"/>
                    <a:pt x="35" y="126"/>
                    <a:pt x="46" y="127"/>
                  </a:cubicBezTo>
                  <a:cubicBezTo>
                    <a:pt x="47" y="127"/>
                    <a:pt x="48" y="127"/>
                    <a:pt x="49" y="127"/>
                  </a:cubicBezTo>
                  <a:cubicBezTo>
                    <a:pt x="49" y="129"/>
                    <a:pt x="49" y="132"/>
                    <a:pt x="49" y="134"/>
                  </a:cubicBezTo>
                  <a:cubicBezTo>
                    <a:pt x="45" y="135"/>
                    <a:pt x="9" y="135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5" y="127"/>
                    <a:pt x="7" y="126"/>
                  </a:cubicBezTo>
                  <a:cubicBezTo>
                    <a:pt x="13" y="126"/>
                    <a:pt x="15" y="124"/>
                    <a:pt x="16" y="118"/>
                  </a:cubicBezTo>
                  <a:cubicBezTo>
                    <a:pt x="16" y="117"/>
                    <a:pt x="16" y="115"/>
                    <a:pt x="16" y="113"/>
                  </a:cubicBezTo>
                  <a:cubicBezTo>
                    <a:pt x="16" y="82"/>
                    <a:pt x="16" y="51"/>
                    <a:pt x="16" y="20"/>
                  </a:cubicBezTo>
                  <a:cubicBezTo>
                    <a:pt x="16" y="18"/>
                    <a:pt x="15" y="16"/>
                    <a:pt x="15" y="13"/>
                  </a:cubicBezTo>
                  <a:cubicBezTo>
                    <a:pt x="14" y="10"/>
                    <a:pt x="12" y="8"/>
                    <a:pt x="9" y="8"/>
                  </a:cubicBezTo>
                  <a:cubicBezTo>
                    <a:pt x="6" y="7"/>
                    <a:pt x="3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675879" y="3891177"/>
              <a:ext cx="137764" cy="381253"/>
            </a:xfrm>
            <a:custGeom>
              <a:avLst/>
              <a:gdLst>
                <a:gd name="T0" fmla="*/ 0 w 49"/>
                <a:gd name="T1" fmla="*/ 7 h 134"/>
                <a:gd name="T2" fmla="*/ 0 w 49"/>
                <a:gd name="T3" fmla="*/ 0 h 134"/>
                <a:gd name="T4" fmla="*/ 49 w 49"/>
                <a:gd name="T5" fmla="*/ 0 h 134"/>
                <a:gd name="T6" fmla="*/ 49 w 49"/>
                <a:gd name="T7" fmla="*/ 7 h 134"/>
                <a:gd name="T8" fmla="*/ 42 w 49"/>
                <a:gd name="T9" fmla="*/ 8 h 134"/>
                <a:gd name="T10" fmla="*/ 34 w 49"/>
                <a:gd name="T11" fmla="*/ 15 h 134"/>
                <a:gd name="T12" fmla="*/ 33 w 49"/>
                <a:gd name="T13" fmla="*/ 23 h 134"/>
                <a:gd name="T14" fmla="*/ 33 w 49"/>
                <a:gd name="T15" fmla="*/ 112 h 134"/>
                <a:gd name="T16" fmla="*/ 34 w 49"/>
                <a:gd name="T17" fmla="*/ 120 h 134"/>
                <a:gd name="T18" fmla="*/ 40 w 49"/>
                <a:gd name="T19" fmla="*/ 126 h 134"/>
                <a:gd name="T20" fmla="*/ 49 w 49"/>
                <a:gd name="T21" fmla="*/ 127 h 134"/>
                <a:gd name="T22" fmla="*/ 49 w 49"/>
                <a:gd name="T23" fmla="*/ 134 h 134"/>
                <a:gd name="T24" fmla="*/ 0 w 49"/>
                <a:gd name="T25" fmla="*/ 134 h 134"/>
                <a:gd name="T26" fmla="*/ 0 w 49"/>
                <a:gd name="T27" fmla="*/ 127 h 134"/>
                <a:gd name="T28" fmla="*/ 8 w 49"/>
                <a:gd name="T29" fmla="*/ 126 h 134"/>
                <a:gd name="T30" fmla="*/ 15 w 49"/>
                <a:gd name="T31" fmla="*/ 119 h 134"/>
                <a:gd name="T32" fmla="*/ 16 w 49"/>
                <a:gd name="T33" fmla="*/ 110 h 134"/>
                <a:gd name="T34" fmla="*/ 16 w 49"/>
                <a:gd name="T35" fmla="*/ 25 h 134"/>
                <a:gd name="T36" fmla="*/ 15 w 49"/>
                <a:gd name="T37" fmla="*/ 15 h 134"/>
                <a:gd name="T38" fmla="*/ 8 w 49"/>
                <a:gd name="T39" fmla="*/ 8 h 134"/>
                <a:gd name="T40" fmla="*/ 0 w 49"/>
                <a:gd name="T41" fmla="*/ 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134">
                  <a:moveTo>
                    <a:pt x="0" y="7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16" y="0"/>
                    <a:pt x="32" y="0"/>
                    <a:pt x="49" y="0"/>
                  </a:cubicBezTo>
                  <a:cubicBezTo>
                    <a:pt x="49" y="2"/>
                    <a:pt x="49" y="4"/>
                    <a:pt x="49" y="7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37" y="8"/>
                    <a:pt x="34" y="10"/>
                    <a:pt x="34" y="15"/>
                  </a:cubicBezTo>
                  <a:cubicBezTo>
                    <a:pt x="33" y="18"/>
                    <a:pt x="33" y="21"/>
                    <a:pt x="33" y="23"/>
                  </a:cubicBezTo>
                  <a:cubicBezTo>
                    <a:pt x="33" y="53"/>
                    <a:pt x="33" y="83"/>
                    <a:pt x="33" y="112"/>
                  </a:cubicBezTo>
                  <a:cubicBezTo>
                    <a:pt x="33" y="115"/>
                    <a:pt x="33" y="118"/>
                    <a:pt x="34" y="120"/>
                  </a:cubicBezTo>
                  <a:cubicBezTo>
                    <a:pt x="34" y="124"/>
                    <a:pt x="36" y="126"/>
                    <a:pt x="40" y="126"/>
                  </a:cubicBezTo>
                  <a:cubicBezTo>
                    <a:pt x="43" y="126"/>
                    <a:pt x="45" y="127"/>
                    <a:pt x="49" y="127"/>
                  </a:cubicBezTo>
                  <a:cubicBezTo>
                    <a:pt x="49" y="129"/>
                    <a:pt x="49" y="132"/>
                    <a:pt x="49" y="134"/>
                  </a:cubicBezTo>
                  <a:cubicBezTo>
                    <a:pt x="33" y="134"/>
                    <a:pt x="16" y="134"/>
                    <a:pt x="0" y="134"/>
                  </a:cubicBezTo>
                  <a:cubicBezTo>
                    <a:pt x="0" y="132"/>
                    <a:pt x="0" y="130"/>
                    <a:pt x="0" y="127"/>
                  </a:cubicBezTo>
                  <a:cubicBezTo>
                    <a:pt x="3" y="127"/>
                    <a:pt x="6" y="127"/>
                    <a:pt x="8" y="126"/>
                  </a:cubicBezTo>
                  <a:cubicBezTo>
                    <a:pt x="13" y="125"/>
                    <a:pt x="15" y="123"/>
                    <a:pt x="15" y="119"/>
                  </a:cubicBezTo>
                  <a:cubicBezTo>
                    <a:pt x="16" y="116"/>
                    <a:pt x="16" y="113"/>
                    <a:pt x="16" y="110"/>
                  </a:cubicBezTo>
                  <a:cubicBezTo>
                    <a:pt x="16" y="81"/>
                    <a:pt x="16" y="53"/>
                    <a:pt x="16" y="25"/>
                  </a:cubicBezTo>
                  <a:cubicBezTo>
                    <a:pt x="16" y="21"/>
                    <a:pt x="16" y="18"/>
                    <a:pt x="15" y="15"/>
                  </a:cubicBezTo>
                  <a:cubicBezTo>
                    <a:pt x="15" y="10"/>
                    <a:pt x="13" y="8"/>
                    <a:pt x="8" y="8"/>
                  </a:cubicBezTo>
                  <a:cubicBezTo>
                    <a:pt x="5" y="7"/>
                    <a:pt x="3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79742" y="870097"/>
            <a:ext cx="2144877" cy="612998"/>
            <a:chOff x="4606634" y="2048989"/>
            <a:chExt cx="5593843" cy="1598699"/>
          </a:xfrm>
          <a:solidFill>
            <a:srgbClr val="C00000"/>
          </a:solidFill>
        </p:grpSpPr>
        <p:sp>
          <p:nvSpPr>
            <p:cNvPr id="31" name="Freeform 9"/>
            <p:cNvSpPr>
              <a:spLocks noEditPoints="1"/>
            </p:cNvSpPr>
            <p:nvPr/>
          </p:nvSpPr>
          <p:spPr bwMode="auto">
            <a:xfrm>
              <a:off x="9274578" y="2071415"/>
              <a:ext cx="925899" cy="1034829"/>
            </a:xfrm>
            <a:custGeom>
              <a:avLst/>
              <a:gdLst>
                <a:gd name="T0" fmla="*/ 324 w 325"/>
                <a:gd name="T1" fmla="*/ 106 h 363"/>
                <a:gd name="T2" fmla="*/ 283 w 325"/>
                <a:gd name="T3" fmla="*/ 179 h 363"/>
                <a:gd name="T4" fmla="*/ 247 w 325"/>
                <a:gd name="T5" fmla="*/ 214 h 363"/>
                <a:gd name="T6" fmla="*/ 241 w 325"/>
                <a:gd name="T7" fmla="*/ 228 h 363"/>
                <a:gd name="T8" fmla="*/ 271 w 325"/>
                <a:gd name="T9" fmla="*/ 230 h 363"/>
                <a:gd name="T10" fmla="*/ 282 w 325"/>
                <a:gd name="T11" fmla="*/ 240 h 363"/>
                <a:gd name="T12" fmla="*/ 269 w 325"/>
                <a:gd name="T13" fmla="*/ 277 h 363"/>
                <a:gd name="T14" fmla="*/ 223 w 325"/>
                <a:gd name="T15" fmla="*/ 316 h 363"/>
                <a:gd name="T16" fmla="*/ 176 w 325"/>
                <a:gd name="T17" fmla="*/ 340 h 363"/>
                <a:gd name="T18" fmla="*/ 160 w 325"/>
                <a:gd name="T19" fmla="*/ 339 h 363"/>
                <a:gd name="T20" fmla="*/ 165 w 325"/>
                <a:gd name="T21" fmla="*/ 329 h 363"/>
                <a:gd name="T22" fmla="*/ 195 w 325"/>
                <a:gd name="T23" fmla="*/ 302 h 363"/>
                <a:gd name="T24" fmla="*/ 214 w 325"/>
                <a:gd name="T25" fmla="*/ 282 h 363"/>
                <a:gd name="T26" fmla="*/ 223 w 325"/>
                <a:gd name="T27" fmla="*/ 265 h 363"/>
                <a:gd name="T28" fmla="*/ 220 w 325"/>
                <a:gd name="T29" fmla="*/ 257 h 363"/>
                <a:gd name="T30" fmla="*/ 179 w 325"/>
                <a:gd name="T31" fmla="*/ 289 h 363"/>
                <a:gd name="T32" fmla="*/ 106 w 325"/>
                <a:gd name="T33" fmla="*/ 335 h 363"/>
                <a:gd name="T34" fmla="*/ 20 w 325"/>
                <a:gd name="T35" fmla="*/ 363 h 363"/>
                <a:gd name="T36" fmla="*/ 4 w 325"/>
                <a:gd name="T37" fmla="*/ 360 h 363"/>
                <a:gd name="T38" fmla="*/ 78 w 325"/>
                <a:gd name="T39" fmla="*/ 306 h 363"/>
                <a:gd name="T40" fmla="*/ 102 w 325"/>
                <a:gd name="T41" fmla="*/ 295 h 363"/>
                <a:gd name="T42" fmla="*/ 208 w 325"/>
                <a:gd name="T43" fmla="*/ 238 h 363"/>
                <a:gd name="T44" fmla="*/ 207 w 325"/>
                <a:gd name="T45" fmla="*/ 232 h 363"/>
                <a:gd name="T46" fmla="*/ 171 w 325"/>
                <a:gd name="T47" fmla="*/ 243 h 363"/>
                <a:gd name="T48" fmla="*/ 163 w 325"/>
                <a:gd name="T49" fmla="*/ 239 h 363"/>
                <a:gd name="T50" fmla="*/ 170 w 325"/>
                <a:gd name="T51" fmla="*/ 226 h 363"/>
                <a:gd name="T52" fmla="*/ 154 w 325"/>
                <a:gd name="T53" fmla="*/ 206 h 363"/>
                <a:gd name="T54" fmla="*/ 122 w 325"/>
                <a:gd name="T55" fmla="*/ 224 h 363"/>
                <a:gd name="T56" fmla="*/ 99 w 325"/>
                <a:gd name="T57" fmla="*/ 236 h 363"/>
                <a:gd name="T58" fmla="*/ 100 w 325"/>
                <a:gd name="T59" fmla="*/ 222 h 363"/>
                <a:gd name="T60" fmla="*/ 116 w 325"/>
                <a:gd name="T61" fmla="*/ 204 h 363"/>
                <a:gd name="T62" fmla="*/ 118 w 325"/>
                <a:gd name="T63" fmla="*/ 183 h 363"/>
                <a:gd name="T64" fmla="*/ 116 w 325"/>
                <a:gd name="T65" fmla="*/ 174 h 363"/>
                <a:gd name="T66" fmla="*/ 143 w 325"/>
                <a:gd name="T67" fmla="*/ 167 h 363"/>
                <a:gd name="T68" fmla="*/ 158 w 325"/>
                <a:gd name="T69" fmla="*/ 145 h 363"/>
                <a:gd name="T70" fmla="*/ 147 w 325"/>
                <a:gd name="T71" fmla="*/ 144 h 363"/>
                <a:gd name="T72" fmla="*/ 132 w 325"/>
                <a:gd name="T73" fmla="*/ 141 h 363"/>
                <a:gd name="T74" fmla="*/ 141 w 325"/>
                <a:gd name="T75" fmla="*/ 129 h 363"/>
                <a:gd name="T76" fmla="*/ 140 w 325"/>
                <a:gd name="T77" fmla="*/ 115 h 363"/>
                <a:gd name="T78" fmla="*/ 112 w 325"/>
                <a:gd name="T79" fmla="*/ 96 h 363"/>
                <a:gd name="T80" fmla="*/ 127 w 325"/>
                <a:gd name="T81" fmla="*/ 92 h 363"/>
                <a:gd name="T82" fmla="*/ 167 w 325"/>
                <a:gd name="T83" fmla="*/ 81 h 363"/>
                <a:gd name="T84" fmla="*/ 203 w 325"/>
                <a:gd name="T85" fmla="*/ 36 h 363"/>
                <a:gd name="T86" fmla="*/ 204 w 325"/>
                <a:gd name="T87" fmla="*/ 10 h 363"/>
                <a:gd name="T88" fmla="*/ 216 w 325"/>
                <a:gd name="T89" fmla="*/ 3 h 363"/>
                <a:gd name="T90" fmla="*/ 224 w 325"/>
                <a:gd name="T91" fmla="*/ 56 h 363"/>
                <a:gd name="T92" fmla="*/ 205 w 325"/>
                <a:gd name="T93" fmla="*/ 91 h 363"/>
                <a:gd name="T94" fmla="*/ 208 w 325"/>
                <a:gd name="T95" fmla="*/ 105 h 363"/>
                <a:gd name="T96" fmla="*/ 267 w 325"/>
                <a:gd name="T97" fmla="*/ 87 h 363"/>
                <a:gd name="T98" fmla="*/ 297 w 325"/>
                <a:gd name="T99" fmla="*/ 85 h 363"/>
                <a:gd name="T100" fmla="*/ 309 w 325"/>
                <a:gd name="T101" fmla="*/ 86 h 363"/>
                <a:gd name="T102" fmla="*/ 325 w 325"/>
                <a:gd name="T103" fmla="*/ 104 h 363"/>
                <a:gd name="T104" fmla="*/ 198 w 325"/>
                <a:gd name="T105" fmla="*/ 126 h 363"/>
                <a:gd name="T106" fmla="*/ 164 w 325"/>
                <a:gd name="T107" fmla="*/ 175 h 363"/>
                <a:gd name="T108" fmla="*/ 181 w 325"/>
                <a:gd name="T109" fmla="*/ 191 h 363"/>
                <a:gd name="T110" fmla="*/ 186 w 325"/>
                <a:gd name="T111" fmla="*/ 173 h 363"/>
                <a:gd name="T112" fmla="*/ 199 w 325"/>
                <a:gd name="T113" fmla="*/ 170 h 363"/>
                <a:gd name="T114" fmla="*/ 206 w 325"/>
                <a:gd name="T115" fmla="*/ 204 h 363"/>
                <a:gd name="T116" fmla="*/ 217 w 325"/>
                <a:gd name="T117" fmla="*/ 206 h 363"/>
                <a:gd name="T118" fmla="*/ 229 w 325"/>
                <a:gd name="T119" fmla="*/ 188 h 363"/>
                <a:gd name="T120" fmla="*/ 261 w 325"/>
                <a:gd name="T121" fmla="*/ 141 h 363"/>
                <a:gd name="T122" fmla="*/ 250 w 325"/>
                <a:gd name="T123" fmla="*/ 134 h 363"/>
                <a:gd name="T124" fmla="*/ 206 w 325"/>
                <a:gd name="T125" fmla="*/ 12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25" h="363">
                  <a:moveTo>
                    <a:pt x="325" y="104"/>
                  </a:moveTo>
                  <a:cubicBezTo>
                    <a:pt x="325" y="104"/>
                    <a:pt x="324" y="105"/>
                    <a:pt x="324" y="106"/>
                  </a:cubicBezTo>
                  <a:cubicBezTo>
                    <a:pt x="323" y="108"/>
                    <a:pt x="323" y="111"/>
                    <a:pt x="322" y="114"/>
                  </a:cubicBezTo>
                  <a:cubicBezTo>
                    <a:pt x="312" y="138"/>
                    <a:pt x="300" y="160"/>
                    <a:pt x="283" y="179"/>
                  </a:cubicBezTo>
                  <a:cubicBezTo>
                    <a:pt x="275" y="188"/>
                    <a:pt x="267" y="197"/>
                    <a:pt x="259" y="205"/>
                  </a:cubicBezTo>
                  <a:cubicBezTo>
                    <a:pt x="255" y="209"/>
                    <a:pt x="251" y="211"/>
                    <a:pt x="247" y="214"/>
                  </a:cubicBezTo>
                  <a:cubicBezTo>
                    <a:pt x="244" y="217"/>
                    <a:pt x="241" y="219"/>
                    <a:pt x="239" y="223"/>
                  </a:cubicBezTo>
                  <a:cubicBezTo>
                    <a:pt x="237" y="226"/>
                    <a:pt x="238" y="227"/>
                    <a:pt x="241" y="228"/>
                  </a:cubicBezTo>
                  <a:cubicBezTo>
                    <a:pt x="243" y="228"/>
                    <a:pt x="245" y="228"/>
                    <a:pt x="246" y="228"/>
                  </a:cubicBezTo>
                  <a:cubicBezTo>
                    <a:pt x="255" y="229"/>
                    <a:pt x="263" y="230"/>
                    <a:pt x="271" y="230"/>
                  </a:cubicBezTo>
                  <a:cubicBezTo>
                    <a:pt x="272" y="230"/>
                    <a:pt x="274" y="231"/>
                    <a:pt x="275" y="231"/>
                  </a:cubicBezTo>
                  <a:cubicBezTo>
                    <a:pt x="280" y="233"/>
                    <a:pt x="282" y="235"/>
                    <a:pt x="282" y="240"/>
                  </a:cubicBezTo>
                  <a:cubicBezTo>
                    <a:pt x="283" y="247"/>
                    <a:pt x="282" y="253"/>
                    <a:pt x="279" y="259"/>
                  </a:cubicBezTo>
                  <a:cubicBezTo>
                    <a:pt x="277" y="265"/>
                    <a:pt x="273" y="271"/>
                    <a:pt x="269" y="277"/>
                  </a:cubicBezTo>
                  <a:cubicBezTo>
                    <a:pt x="260" y="289"/>
                    <a:pt x="248" y="298"/>
                    <a:pt x="237" y="307"/>
                  </a:cubicBezTo>
                  <a:cubicBezTo>
                    <a:pt x="233" y="311"/>
                    <a:pt x="228" y="314"/>
                    <a:pt x="223" y="316"/>
                  </a:cubicBezTo>
                  <a:cubicBezTo>
                    <a:pt x="213" y="321"/>
                    <a:pt x="203" y="327"/>
                    <a:pt x="193" y="332"/>
                  </a:cubicBezTo>
                  <a:cubicBezTo>
                    <a:pt x="187" y="334"/>
                    <a:pt x="182" y="337"/>
                    <a:pt x="176" y="340"/>
                  </a:cubicBezTo>
                  <a:cubicBezTo>
                    <a:pt x="173" y="341"/>
                    <a:pt x="169" y="341"/>
                    <a:pt x="166" y="342"/>
                  </a:cubicBezTo>
                  <a:cubicBezTo>
                    <a:pt x="164" y="342"/>
                    <a:pt x="161" y="341"/>
                    <a:pt x="160" y="339"/>
                  </a:cubicBezTo>
                  <a:cubicBezTo>
                    <a:pt x="159" y="337"/>
                    <a:pt x="160" y="335"/>
                    <a:pt x="162" y="333"/>
                  </a:cubicBezTo>
                  <a:cubicBezTo>
                    <a:pt x="163" y="332"/>
                    <a:pt x="164" y="330"/>
                    <a:pt x="165" y="329"/>
                  </a:cubicBezTo>
                  <a:cubicBezTo>
                    <a:pt x="173" y="323"/>
                    <a:pt x="181" y="316"/>
                    <a:pt x="189" y="310"/>
                  </a:cubicBezTo>
                  <a:cubicBezTo>
                    <a:pt x="192" y="307"/>
                    <a:pt x="194" y="305"/>
                    <a:pt x="195" y="302"/>
                  </a:cubicBezTo>
                  <a:cubicBezTo>
                    <a:pt x="196" y="300"/>
                    <a:pt x="198" y="297"/>
                    <a:pt x="200" y="295"/>
                  </a:cubicBezTo>
                  <a:cubicBezTo>
                    <a:pt x="205" y="291"/>
                    <a:pt x="210" y="287"/>
                    <a:pt x="214" y="282"/>
                  </a:cubicBezTo>
                  <a:cubicBezTo>
                    <a:pt x="217" y="280"/>
                    <a:pt x="218" y="278"/>
                    <a:pt x="219" y="275"/>
                  </a:cubicBezTo>
                  <a:cubicBezTo>
                    <a:pt x="219" y="271"/>
                    <a:pt x="221" y="268"/>
                    <a:pt x="223" y="265"/>
                  </a:cubicBezTo>
                  <a:cubicBezTo>
                    <a:pt x="225" y="263"/>
                    <a:pt x="227" y="261"/>
                    <a:pt x="229" y="259"/>
                  </a:cubicBezTo>
                  <a:cubicBezTo>
                    <a:pt x="227" y="256"/>
                    <a:pt x="224" y="256"/>
                    <a:pt x="220" y="257"/>
                  </a:cubicBezTo>
                  <a:cubicBezTo>
                    <a:pt x="212" y="260"/>
                    <a:pt x="205" y="264"/>
                    <a:pt x="199" y="270"/>
                  </a:cubicBezTo>
                  <a:cubicBezTo>
                    <a:pt x="192" y="276"/>
                    <a:pt x="186" y="282"/>
                    <a:pt x="179" y="289"/>
                  </a:cubicBezTo>
                  <a:cubicBezTo>
                    <a:pt x="169" y="299"/>
                    <a:pt x="157" y="307"/>
                    <a:pt x="144" y="314"/>
                  </a:cubicBezTo>
                  <a:cubicBezTo>
                    <a:pt x="131" y="320"/>
                    <a:pt x="119" y="328"/>
                    <a:pt x="106" y="335"/>
                  </a:cubicBezTo>
                  <a:cubicBezTo>
                    <a:pt x="89" y="344"/>
                    <a:pt x="72" y="352"/>
                    <a:pt x="53" y="357"/>
                  </a:cubicBezTo>
                  <a:cubicBezTo>
                    <a:pt x="43" y="361"/>
                    <a:pt x="32" y="363"/>
                    <a:pt x="20" y="363"/>
                  </a:cubicBezTo>
                  <a:cubicBezTo>
                    <a:pt x="16" y="362"/>
                    <a:pt x="12" y="361"/>
                    <a:pt x="7" y="361"/>
                  </a:cubicBezTo>
                  <a:cubicBezTo>
                    <a:pt x="6" y="361"/>
                    <a:pt x="5" y="360"/>
                    <a:pt x="4" y="360"/>
                  </a:cubicBezTo>
                  <a:cubicBezTo>
                    <a:pt x="0" y="358"/>
                    <a:pt x="0" y="355"/>
                    <a:pt x="4" y="352"/>
                  </a:cubicBezTo>
                  <a:cubicBezTo>
                    <a:pt x="28" y="337"/>
                    <a:pt x="53" y="321"/>
                    <a:pt x="78" y="306"/>
                  </a:cubicBezTo>
                  <a:cubicBezTo>
                    <a:pt x="84" y="302"/>
                    <a:pt x="91" y="298"/>
                    <a:pt x="98" y="297"/>
                  </a:cubicBezTo>
                  <a:cubicBezTo>
                    <a:pt x="100" y="296"/>
                    <a:pt x="101" y="295"/>
                    <a:pt x="102" y="295"/>
                  </a:cubicBezTo>
                  <a:cubicBezTo>
                    <a:pt x="135" y="275"/>
                    <a:pt x="169" y="257"/>
                    <a:pt x="204" y="241"/>
                  </a:cubicBezTo>
                  <a:cubicBezTo>
                    <a:pt x="205" y="240"/>
                    <a:pt x="207" y="239"/>
                    <a:pt x="208" y="238"/>
                  </a:cubicBezTo>
                  <a:cubicBezTo>
                    <a:pt x="209" y="237"/>
                    <a:pt x="210" y="235"/>
                    <a:pt x="210" y="234"/>
                  </a:cubicBezTo>
                  <a:cubicBezTo>
                    <a:pt x="210" y="233"/>
                    <a:pt x="208" y="232"/>
                    <a:pt x="207" y="232"/>
                  </a:cubicBezTo>
                  <a:cubicBezTo>
                    <a:pt x="201" y="231"/>
                    <a:pt x="196" y="233"/>
                    <a:pt x="190" y="235"/>
                  </a:cubicBezTo>
                  <a:cubicBezTo>
                    <a:pt x="184" y="238"/>
                    <a:pt x="178" y="240"/>
                    <a:pt x="171" y="243"/>
                  </a:cubicBezTo>
                  <a:cubicBezTo>
                    <a:pt x="170" y="243"/>
                    <a:pt x="169" y="244"/>
                    <a:pt x="168" y="244"/>
                  </a:cubicBezTo>
                  <a:cubicBezTo>
                    <a:pt x="164" y="244"/>
                    <a:pt x="163" y="244"/>
                    <a:pt x="163" y="239"/>
                  </a:cubicBezTo>
                  <a:cubicBezTo>
                    <a:pt x="163" y="236"/>
                    <a:pt x="164" y="233"/>
                    <a:pt x="166" y="231"/>
                  </a:cubicBezTo>
                  <a:cubicBezTo>
                    <a:pt x="167" y="229"/>
                    <a:pt x="169" y="228"/>
                    <a:pt x="170" y="226"/>
                  </a:cubicBezTo>
                  <a:cubicBezTo>
                    <a:pt x="172" y="222"/>
                    <a:pt x="172" y="218"/>
                    <a:pt x="168" y="215"/>
                  </a:cubicBezTo>
                  <a:cubicBezTo>
                    <a:pt x="164" y="212"/>
                    <a:pt x="159" y="209"/>
                    <a:pt x="154" y="206"/>
                  </a:cubicBezTo>
                  <a:cubicBezTo>
                    <a:pt x="148" y="203"/>
                    <a:pt x="143" y="205"/>
                    <a:pt x="138" y="210"/>
                  </a:cubicBezTo>
                  <a:cubicBezTo>
                    <a:pt x="133" y="215"/>
                    <a:pt x="128" y="219"/>
                    <a:pt x="122" y="224"/>
                  </a:cubicBezTo>
                  <a:cubicBezTo>
                    <a:pt x="118" y="228"/>
                    <a:pt x="112" y="231"/>
                    <a:pt x="107" y="235"/>
                  </a:cubicBezTo>
                  <a:cubicBezTo>
                    <a:pt x="105" y="236"/>
                    <a:pt x="102" y="238"/>
                    <a:pt x="99" y="236"/>
                  </a:cubicBezTo>
                  <a:cubicBezTo>
                    <a:pt x="97" y="234"/>
                    <a:pt x="97" y="231"/>
                    <a:pt x="98" y="229"/>
                  </a:cubicBezTo>
                  <a:cubicBezTo>
                    <a:pt x="98" y="226"/>
                    <a:pt x="99" y="224"/>
                    <a:pt x="100" y="222"/>
                  </a:cubicBezTo>
                  <a:cubicBezTo>
                    <a:pt x="102" y="219"/>
                    <a:pt x="105" y="217"/>
                    <a:pt x="107" y="214"/>
                  </a:cubicBezTo>
                  <a:cubicBezTo>
                    <a:pt x="110" y="211"/>
                    <a:pt x="113" y="208"/>
                    <a:pt x="116" y="204"/>
                  </a:cubicBezTo>
                  <a:cubicBezTo>
                    <a:pt x="118" y="202"/>
                    <a:pt x="119" y="198"/>
                    <a:pt x="120" y="195"/>
                  </a:cubicBezTo>
                  <a:cubicBezTo>
                    <a:pt x="122" y="191"/>
                    <a:pt x="122" y="187"/>
                    <a:pt x="118" y="183"/>
                  </a:cubicBezTo>
                  <a:cubicBezTo>
                    <a:pt x="116" y="182"/>
                    <a:pt x="115" y="181"/>
                    <a:pt x="115" y="179"/>
                  </a:cubicBezTo>
                  <a:cubicBezTo>
                    <a:pt x="113" y="177"/>
                    <a:pt x="113" y="175"/>
                    <a:pt x="116" y="174"/>
                  </a:cubicBezTo>
                  <a:cubicBezTo>
                    <a:pt x="123" y="173"/>
                    <a:pt x="130" y="171"/>
                    <a:pt x="137" y="170"/>
                  </a:cubicBezTo>
                  <a:cubicBezTo>
                    <a:pt x="140" y="170"/>
                    <a:pt x="141" y="169"/>
                    <a:pt x="143" y="167"/>
                  </a:cubicBezTo>
                  <a:cubicBezTo>
                    <a:pt x="146" y="163"/>
                    <a:pt x="150" y="159"/>
                    <a:pt x="153" y="155"/>
                  </a:cubicBezTo>
                  <a:cubicBezTo>
                    <a:pt x="155" y="152"/>
                    <a:pt x="157" y="149"/>
                    <a:pt x="158" y="145"/>
                  </a:cubicBezTo>
                  <a:cubicBezTo>
                    <a:pt x="159" y="141"/>
                    <a:pt x="157" y="140"/>
                    <a:pt x="154" y="141"/>
                  </a:cubicBezTo>
                  <a:cubicBezTo>
                    <a:pt x="151" y="141"/>
                    <a:pt x="149" y="142"/>
                    <a:pt x="147" y="144"/>
                  </a:cubicBezTo>
                  <a:cubicBezTo>
                    <a:pt x="144" y="146"/>
                    <a:pt x="140" y="146"/>
                    <a:pt x="137" y="145"/>
                  </a:cubicBezTo>
                  <a:cubicBezTo>
                    <a:pt x="134" y="145"/>
                    <a:pt x="133" y="144"/>
                    <a:pt x="132" y="141"/>
                  </a:cubicBezTo>
                  <a:cubicBezTo>
                    <a:pt x="132" y="139"/>
                    <a:pt x="132" y="137"/>
                    <a:pt x="134" y="135"/>
                  </a:cubicBezTo>
                  <a:cubicBezTo>
                    <a:pt x="137" y="133"/>
                    <a:pt x="139" y="131"/>
                    <a:pt x="141" y="129"/>
                  </a:cubicBezTo>
                  <a:cubicBezTo>
                    <a:pt x="143" y="126"/>
                    <a:pt x="144" y="123"/>
                    <a:pt x="144" y="119"/>
                  </a:cubicBezTo>
                  <a:cubicBezTo>
                    <a:pt x="144" y="116"/>
                    <a:pt x="143" y="115"/>
                    <a:pt x="140" y="115"/>
                  </a:cubicBezTo>
                  <a:cubicBezTo>
                    <a:pt x="136" y="115"/>
                    <a:pt x="132" y="115"/>
                    <a:pt x="129" y="114"/>
                  </a:cubicBezTo>
                  <a:cubicBezTo>
                    <a:pt x="119" y="112"/>
                    <a:pt x="114" y="106"/>
                    <a:pt x="112" y="96"/>
                  </a:cubicBezTo>
                  <a:cubicBezTo>
                    <a:pt x="112" y="91"/>
                    <a:pt x="113" y="90"/>
                    <a:pt x="118" y="91"/>
                  </a:cubicBezTo>
                  <a:cubicBezTo>
                    <a:pt x="121" y="91"/>
                    <a:pt x="124" y="91"/>
                    <a:pt x="127" y="92"/>
                  </a:cubicBezTo>
                  <a:cubicBezTo>
                    <a:pt x="137" y="93"/>
                    <a:pt x="146" y="92"/>
                    <a:pt x="155" y="86"/>
                  </a:cubicBezTo>
                  <a:cubicBezTo>
                    <a:pt x="158" y="83"/>
                    <a:pt x="163" y="82"/>
                    <a:pt x="167" y="81"/>
                  </a:cubicBezTo>
                  <a:cubicBezTo>
                    <a:pt x="174" y="79"/>
                    <a:pt x="180" y="76"/>
                    <a:pt x="184" y="70"/>
                  </a:cubicBezTo>
                  <a:cubicBezTo>
                    <a:pt x="193" y="60"/>
                    <a:pt x="200" y="49"/>
                    <a:pt x="203" y="36"/>
                  </a:cubicBezTo>
                  <a:cubicBezTo>
                    <a:pt x="204" y="30"/>
                    <a:pt x="205" y="23"/>
                    <a:pt x="205" y="17"/>
                  </a:cubicBezTo>
                  <a:cubicBezTo>
                    <a:pt x="204" y="15"/>
                    <a:pt x="204" y="13"/>
                    <a:pt x="204" y="10"/>
                  </a:cubicBezTo>
                  <a:cubicBezTo>
                    <a:pt x="204" y="7"/>
                    <a:pt x="204" y="4"/>
                    <a:pt x="207" y="2"/>
                  </a:cubicBezTo>
                  <a:cubicBezTo>
                    <a:pt x="211" y="0"/>
                    <a:pt x="213" y="2"/>
                    <a:pt x="216" y="3"/>
                  </a:cubicBezTo>
                  <a:cubicBezTo>
                    <a:pt x="230" y="11"/>
                    <a:pt x="236" y="28"/>
                    <a:pt x="230" y="43"/>
                  </a:cubicBezTo>
                  <a:cubicBezTo>
                    <a:pt x="229" y="48"/>
                    <a:pt x="226" y="52"/>
                    <a:pt x="224" y="56"/>
                  </a:cubicBezTo>
                  <a:cubicBezTo>
                    <a:pt x="219" y="64"/>
                    <a:pt x="214" y="72"/>
                    <a:pt x="209" y="80"/>
                  </a:cubicBezTo>
                  <a:cubicBezTo>
                    <a:pt x="207" y="83"/>
                    <a:pt x="206" y="87"/>
                    <a:pt x="205" y="91"/>
                  </a:cubicBezTo>
                  <a:cubicBezTo>
                    <a:pt x="204" y="93"/>
                    <a:pt x="203" y="95"/>
                    <a:pt x="203" y="98"/>
                  </a:cubicBezTo>
                  <a:cubicBezTo>
                    <a:pt x="203" y="102"/>
                    <a:pt x="205" y="104"/>
                    <a:pt x="208" y="105"/>
                  </a:cubicBezTo>
                  <a:cubicBezTo>
                    <a:pt x="213" y="106"/>
                    <a:pt x="217" y="105"/>
                    <a:pt x="221" y="104"/>
                  </a:cubicBezTo>
                  <a:cubicBezTo>
                    <a:pt x="236" y="97"/>
                    <a:pt x="251" y="91"/>
                    <a:pt x="267" y="87"/>
                  </a:cubicBezTo>
                  <a:cubicBezTo>
                    <a:pt x="274" y="85"/>
                    <a:pt x="280" y="84"/>
                    <a:pt x="287" y="82"/>
                  </a:cubicBezTo>
                  <a:cubicBezTo>
                    <a:pt x="290" y="82"/>
                    <a:pt x="294" y="82"/>
                    <a:pt x="297" y="85"/>
                  </a:cubicBezTo>
                  <a:cubicBezTo>
                    <a:pt x="299" y="86"/>
                    <a:pt x="301" y="86"/>
                    <a:pt x="304" y="86"/>
                  </a:cubicBezTo>
                  <a:cubicBezTo>
                    <a:pt x="305" y="87"/>
                    <a:pt x="307" y="86"/>
                    <a:pt x="309" y="86"/>
                  </a:cubicBezTo>
                  <a:cubicBezTo>
                    <a:pt x="317" y="86"/>
                    <a:pt x="323" y="89"/>
                    <a:pt x="325" y="97"/>
                  </a:cubicBezTo>
                  <a:cubicBezTo>
                    <a:pt x="325" y="99"/>
                    <a:pt x="325" y="101"/>
                    <a:pt x="325" y="104"/>
                  </a:cubicBezTo>
                  <a:close/>
                  <a:moveTo>
                    <a:pt x="206" y="122"/>
                  </a:moveTo>
                  <a:cubicBezTo>
                    <a:pt x="203" y="122"/>
                    <a:pt x="200" y="123"/>
                    <a:pt x="198" y="126"/>
                  </a:cubicBezTo>
                  <a:cubicBezTo>
                    <a:pt x="189" y="138"/>
                    <a:pt x="179" y="150"/>
                    <a:pt x="169" y="162"/>
                  </a:cubicBezTo>
                  <a:cubicBezTo>
                    <a:pt x="166" y="166"/>
                    <a:pt x="164" y="170"/>
                    <a:pt x="164" y="175"/>
                  </a:cubicBezTo>
                  <a:cubicBezTo>
                    <a:pt x="162" y="184"/>
                    <a:pt x="165" y="188"/>
                    <a:pt x="173" y="193"/>
                  </a:cubicBezTo>
                  <a:cubicBezTo>
                    <a:pt x="176" y="195"/>
                    <a:pt x="179" y="194"/>
                    <a:pt x="181" y="191"/>
                  </a:cubicBezTo>
                  <a:cubicBezTo>
                    <a:pt x="183" y="188"/>
                    <a:pt x="183" y="186"/>
                    <a:pt x="184" y="183"/>
                  </a:cubicBezTo>
                  <a:cubicBezTo>
                    <a:pt x="185" y="180"/>
                    <a:pt x="185" y="176"/>
                    <a:pt x="186" y="173"/>
                  </a:cubicBezTo>
                  <a:cubicBezTo>
                    <a:pt x="187" y="171"/>
                    <a:pt x="188" y="168"/>
                    <a:pt x="190" y="167"/>
                  </a:cubicBezTo>
                  <a:cubicBezTo>
                    <a:pt x="194" y="164"/>
                    <a:pt x="197" y="165"/>
                    <a:pt x="199" y="170"/>
                  </a:cubicBezTo>
                  <a:cubicBezTo>
                    <a:pt x="199" y="171"/>
                    <a:pt x="199" y="171"/>
                    <a:pt x="199" y="172"/>
                  </a:cubicBezTo>
                  <a:cubicBezTo>
                    <a:pt x="202" y="183"/>
                    <a:pt x="205" y="193"/>
                    <a:pt x="206" y="204"/>
                  </a:cubicBezTo>
                  <a:cubicBezTo>
                    <a:pt x="206" y="206"/>
                    <a:pt x="207" y="209"/>
                    <a:pt x="210" y="210"/>
                  </a:cubicBezTo>
                  <a:cubicBezTo>
                    <a:pt x="214" y="210"/>
                    <a:pt x="215" y="208"/>
                    <a:pt x="217" y="206"/>
                  </a:cubicBezTo>
                  <a:cubicBezTo>
                    <a:pt x="217" y="205"/>
                    <a:pt x="217" y="205"/>
                    <a:pt x="218" y="204"/>
                  </a:cubicBezTo>
                  <a:cubicBezTo>
                    <a:pt x="221" y="199"/>
                    <a:pt x="225" y="193"/>
                    <a:pt x="229" y="188"/>
                  </a:cubicBezTo>
                  <a:cubicBezTo>
                    <a:pt x="237" y="177"/>
                    <a:pt x="246" y="167"/>
                    <a:pt x="255" y="157"/>
                  </a:cubicBezTo>
                  <a:cubicBezTo>
                    <a:pt x="259" y="152"/>
                    <a:pt x="261" y="147"/>
                    <a:pt x="261" y="141"/>
                  </a:cubicBezTo>
                  <a:cubicBezTo>
                    <a:pt x="261" y="137"/>
                    <a:pt x="259" y="135"/>
                    <a:pt x="255" y="134"/>
                  </a:cubicBezTo>
                  <a:cubicBezTo>
                    <a:pt x="253" y="134"/>
                    <a:pt x="251" y="134"/>
                    <a:pt x="250" y="134"/>
                  </a:cubicBezTo>
                  <a:cubicBezTo>
                    <a:pt x="240" y="131"/>
                    <a:pt x="231" y="129"/>
                    <a:pt x="221" y="126"/>
                  </a:cubicBezTo>
                  <a:cubicBezTo>
                    <a:pt x="216" y="125"/>
                    <a:pt x="211" y="123"/>
                    <a:pt x="206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2" name="Freeform 10"/>
            <p:cNvSpPr/>
            <p:nvPr/>
          </p:nvSpPr>
          <p:spPr bwMode="auto">
            <a:xfrm>
              <a:off x="7550931" y="2257236"/>
              <a:ext cx="1089293" cy="1169389"/>
            </a:xfrm>
            <a:custGeom>
              <a:avLst/>
              <a:gdLst>
                <a:gd name="T0" fmla="*/ 83 w 383"/>
                <a:gd name="T1" fmla="*/ 410 h 411"/>
                <a:gd name="T2" fmla="*/ 111 w 383"/>
                <a:gd name="T3" fmla="*/ 380 h 411"/>
                <a:gd name="T4" fmla="*/ 136 w 383"/>
                <a:gd name="T5" fmla="*/ 371 h 411"/>
                <a:gd name="T6" fmla="*/ 198 w 383"/>
                <a:gd name="T7" fmla="*/ 294 h 411"/>
                <a:gd name="T8" fmla="*/ 201 w 383"/>
                <a:gd name="T9" fmla="*/ 280 h 411"/>
                <a:gd name="T10" fmla="*/ 197 w 383"/>
                <a:gd name="T11" fmla="*/ 274 h 411"/>
                <a:gd name="T12" fmla="*/ 166 w 383"/>
                <a:gd name="T13" fmla="*/ 283 h 411"/>
                <a:gd name="T14" fmla="*/ 144 w 383"/>
                <a:gd name="T15" fmla="*/ 291 h 411"/>
                <a:gd name="T16" fmla="*/ 123 w 383"/>
                <a:gd name="T17" fmla="*/ 305 h 411"/>
                <a:gd name="T18" fmla="*/ 62 w 383"/>
                <a:gd name="T19" fmla="*/ 344 h 411"/>
                <a:gd name="T20" fmla="*/ 34 w 383"/>
                <a:gd name="T21" fmla="*/ 353 h 411"/>
                <a:gd name="T22" fmla="*/ 9 w 383"/>
                <a:gd name="T23" fmla="*/ 344 h 411"/>
                <a:gd name="T24" fmla="*/ 1 w 383"/>
                <a:gd name="T25" fmla="*/ 322 h 411"/>
                <a:gd name="T26" fmla="*/ 0 w 383"/>
                <a:gd name="T27" fmla="*/ 288 h 411"/>
                <a:gd name="T28" fmla="*/ 1 w 383"/>
                <a:gd name="T29" fmla="*/ 283 h 411"/>
                <a:gd name="T30" fmla="*/ 6 w 383"/>
                <a:gd name="T31" fmla="*/ 282 h 411"/>
                <a:gd name="T32" fmla="*/ 8 w 383"/>
                <a:gd name="T33" fmla="*/ 285 h 411"/>
                <a:gd name="T34" fmla="*/ 10 w 383"/>
                <a:gd name="T35" fmla="*/ 290 h 411"/>
                <a:gd name="T36" fmla="*/ 32 w 383"/>
                <a:gd name="T37" fmla="*/ 298 h 411"/>
                <a:gd name="T38" fmla="*/ 46 w 383"/>
                <a:gd name="T39" fmla="*/ 293 h 411"/>
                <a:gd name="T40" fmla="*/ 53 w 383"/>
                <a:gd name="T41" fmla="*/ 291 h 411"/>
                <a:gd name="T42" fmla="*/ 65 w 383"/>
                <a:gd name="T43" fmla="*/ 288 h 411"/>
                <a:gd name="T44" fmla="*/ 100 w 383"/>
                <a:gd name="T45" fmla="*/ 268 h 411"/>
                <a:gd name="T46" fmla="*/ 156 w 383"/>
                <a:gd name="T47" fmla="*/ 244 h 411"/>
                <a:gd name="T48" fmla="*/ 197 w 383"/>
                <a:gd name="T49" fmla="*/ 229 h 411"/>
                <a:gd name="T50" fmla="*/ 203 w 383"/>
                <a:gd name="T51" fmla="*/ 226 h 411"/>
                <a:gd name="T52" fmla="*/ 219 w 383"/>
                <a:gd name="T53" fmla="*/ 204 h 411"/>
                <a:gd name="T54" fmla="*/ 222 w 383"/>
                <a:gd name="T55" fmla="*/ 124 h 411"/>
                <a:gd name="T56" fmla="*/ 210 w 383"/>
                <a:gd name="T57" fmla="*/ 69 h 411"/>
                <a:gd name="T58" fmla="*/ 197 w 383"/>
                <a:gd name="T59" fmla="*/ 36 h 411"/>
                <a:gd name="T60" fmla="*/ 194 w 383"/>
                <a:gd name="T61" fmla="*/ 10 h 411"/>
                <a:gd name="T62" fmla="*/ 205 w 383"/>
                <a:gd name="T63" fmla="*/ 2 h 411"/>
                <a:gd name="T64" fmla="*/ 230 w 383"/>
                <a:gd name="T65" fmla="*/ 7 h 411"/>
                <a:gd name="T66" fmla="*/ 237 w 383"/>
                <a:gd name="T67" fmla="*/ 10 h 411"/>
                <a:gd name="T68" fmla="*/ 248 w 383"/>
                <a:gd name="T69" fmla="*/ 19 h 411"/>
                <a:gd name="T70" fmla="*/ 265 w 383"/>
                <a:gd name="T71" fmla="*/ 29 h 411"/>
                <a:gd name="T72" fmla="*/ 280 w 383"/>
                <a:gd name="T73" fmla="*/ 49 h 411"/>
                <a:gd name="T74" fmla="*/ 278 w 383"/>
                <a:gd name="T75" fmla="*/ 66 h 411"/>
                <a:gd name="T76" fmla="*/ 273 w 383"/>
                <a:gd name="T77" fmla="*/ 72 h 411"/>
                <a:gd name="T78" fmla="*/ 270 w 383"/>
                <a:gd name="T79" fmla="*/ 77 h 411"/>
                <a:gd name="T80" fmla="*/ 271 w 383"/>
                <a:gd name="T81" fmla="*/ 158 h 411"/>
                <a:gd name="T82" fmla="*/ 273 w 383"/>
                <a:gd name="T83" fmla="*/ 179 h 411"/>
                <a:gd name="T84" fmla="*/ 278 w 383"/>
                <a:gd name="T85" fmla="*/ 182 h 411"/>
                <a:gd name="T86" fmla="*/ 313 w 383"/>
                <a:gd name="T87" fmla="*/ 160 h 411"/>
                <a:gd name="T88" fmla="*/ 325 w 383"/>
                <a:gd name="T89" fmla="*/ 144 h 411"/>
                <a:gd name="T90" fmla="*/ 341 w 383"/>
                <a:gd name="T91" fmla="*/ 128 h 411"/>
                <a:gd name="T92" fmla="*/ 369 w 383"/>
                <a:gd name="T93" fmla="*/ 122 h 411"/>
                <a:gd name="T94" fmla="*/ 380 w 383"/>
                <a:gd name="T95" fmla="*/ 141 h 411"/>
                <a:gd name="T96" fmla="*/ 372 w 383"/>
                <a:gd name="T97" fmla="*/ 154 h 411"/>
                <a:gd name="T98" fmla="*/ 355 w 383"/>
                <a:gd name="T99" fmla="*/ 169 h 411"/>
                <a:gd name="T100" fmla="*/ 314 w 383"/>
                <a:gd name="T101" fmla="*/ 199 h 411"/>
                <a:gd name="T102" fmla="*/ 275 w 383"/>
                <a:gd name="T103" fmla="*/ 229 h 411"/>
                <a:gd name="T104" fmla="*/ 271 w 383"/>
                <a:gd name="T105" fmla="*/ 238 h 411"/>
                <a:gd name="T106" fmla="*/ 254 w 383"/>
                <a:gd name="T107" fmla="*/ 310 h 411"/>
                <a:gd name="T108" fmla="*/ 250 w 383"/>
                <a:gd name="T109" fmla="*/ 320 h 411"/>
                <a:gd name="T110" fmla="*/ 247 w 383"/>
                <a:gd name="T111" fmla="*/ 325 h 411"/>
                <a:gd name="T112" fmla="*/ 173 w 383"/>
                <a:gd name="T113" fmla="*/ 386 h 411"/>
                <a:gd name="T114" fmla="*/ 95 w 383"/>
                <a:gd name="T115" fmla="*/ 410 h 411"/>
                <a:gd name="T116" fmla="*/ 88 w 383"/>
                <a:gd name="T117" fmla="*/ 411 h 411"/>
                <a:gd name="T118" fmla="*/ 83 w 383"/>
                <a:gd name="T119" fmla="*/ 41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3" h="411">
                  <a:moveTo>
                    <a:pt x="83" y="410"/>
                  </a:moveTo>
                  <a:cubicBezTo>
                    <a:pt x="89" y="396"/>
                    <a:pt x="96" y="385"/>
                    <a:pt x="111" y="380"/>
                  </a:cubicBezTo>
                  <a:cubicBezTo>
                    <a:pt x="120" y="378"/>
                    <a:pt x="128" y="375"/>
                    <a:pt x="136" y="371"/>
                  </a:cubicBezTo>
                  <a:cubicBezTo>
                    <a:pt x="168" y="355"/>
                    <a:pt x="188" y="328"/>
                    <a:pt x="198" y="294"/>
                  </a:cubicBezTo>
                  <a:cubicBezTo>
                    <a:pt x="199" y="289"/>
                    <a:pt x="200" y="284"/>
                    <a:pt x="201" y="280"/>
                  </a:cubicBezTo>
                  <a:cubicBezTo>
                    <a:pt x="202" y="275"/>
                    <a:pt x="201" y="274"/>
                    <a:pt x="197" y="274"/>
                  </a:cubicBezTo>
                  <a:cubicBezTo>
                    <a:pt x="186" y="275"/>
                    <a:pt x="176" y="278"/>
                    <a:pt x="166" y="283"/>
                  </a:cubicBezTo>
                  <a:cubicBezTo>
                    <a:pt x="159" y="286"/>
                    <a:pt x="152" y="289"/>
                    <a:pt x="144" y="291"/>
                  </a:cubicBezTo>
                  <a:cubicBezTo>
                    <a:pt x="136" y="294"/>
                    <a:pt x="130" y="300"/>
                    <a:pt x="123" y="305"/>
                  </a:cubicBezTo>
                  <a:cubicBezTo>
                    <a:pt x="105" y="321"/>
                    <a:pt x="84" y="334"/>
                    <a:pt x="62" y="344"/>
                  </a:cubicBezTo>
                  <a:cubicBezTo>
                    <a:pt x="53" y="348"/>
                    <a:pt x="43" y="351"/>
                    <a:pt x="34" y="353"/>
                  </a:cubicBezTo>
                  <a:cubicBezTo>
                    <a:pt x="24" y="356"/>
                    <a:pt x="15" y="352"/>
                    <a:pt x="9" y="344"/>
                  </a:cubicBezTo>
                  <a:cubicBezTo>
                    <a:pt x="4" y="338"/>
                    <a:pt x="1" y="330"/>
                    <a:pt x="1" y="322"/>
                  </a:cubicBezTo>
                  <a:cubicBezTo>
                    <a:pt x="1" y="310"/>
                    <a:pt x="0" y="299"/>
                    <a:pt x="0" y="288"/>
                  </a:cubicBezTo>
                  <a:cubicBezTo>
                    <a:pt x="0" y="286"/>
                    <a:pt x="0" y="284"/>
                    <a:pt x="1" y="283"/>
                  </a:cubicBezTo>
                  <a:cubicBezTo>
                    <a:pt x="1" y="280"/>
                    <a:pt x="4" y="279"/>
                    <a:pt x="6" y="282"/>
                  </a:cubicBezTo>
                  <a:cubicBezTo>
                    <a:pt x="7" y="283"/>
                    <a:pt x="7" y="284"/>
                    <a:pt x="8" y="285"/>
                  </a:cubicBezTo>
                  <a:cubicBezTo>
                    <a:pt x="9" y="286"/>
                    <a:pt x="9" y="288"/>
                    <a:pt x="10" y="290"/>
                  </a:cubicBezTo>
                  <a:cubicBezTo>
                    <a:pt x="16" y="297"/>
                    <a:pt x="23" y="301"/>
                    <a:pt x="32" y="298"/>
                  </a:cubicBezTo>
                  <a:cubicBezTo>
                    <a:pt x="37" y="297"/>
                    <a:pt x="41" y="295"/>
                    <a:pt x="46" y="293"/>
                  </a:cubicBezTo>
                  <a:cubicBezTo>
                    <a:pt x="48" y="292"/>
                    <a:pt x="51" y="291"/>
                    <a:pt x="53" y="291"/>
                  </a:cubicBezTo>
                  <a:cubicBezTo>
                    <a:pt x="58" y="292"/>
                    <a:pt x="61" y="290"/>
                    <a:pt x="65" y="288"/>
                  </a:cubicBezTo>
                  <a:cubicBezTo>
                    <a:pt x="77" y="282"/>
                    <a:pt x="89" y="275"/>
                    <a:pt x="100" y="268"/>
                  </a:cubicBezTo>
                  <a:cubicBezTo>
                    <a:pt x="118" y="258"/>
                    <a:pt x="137" y="251"/>
                    <a:pt x="156" y="244"/>
                  </a:cubicBezTo>
                  <a:cubicBezTo>
                    <a:pt x="169" y="239"/>
                    <a:pt x="183" y="234"/>
                    <a:pt x="197" y="229"/>
                  </a:cubicBezTo>
                  <a:cubicBezTo>
                    <a:pt x="199" y="228"/>
                    <a:pt x="201" y="227"/>
                    <a:pt x="203" y="226"/>
                  </a:cubicBezTo>
                  <a:cubicBezTo>
                    <a:pt x="212" y="222"/>
                    <a:pt x="218" y="215"/>
                    <a:pt x="219" y="204"/>
                  </a:cubicBezTo>
                  <a:cubicBezTo>
                    <a:pt x="221" y="178"/>
                    <a:pt x="223" y="151"/>
                    <a:pt x="222" y="124"/>
                  </a:cubicBezTo>
                  <a:cubicBezTo>
                    <a:pt x="221" y="105"/>
                    <a:pt x="218" y="87"/>
                    <a:pt x="210" y="69"/>
                  </a:cubicBezTo>
                  <a:cubicBezTo>
                    <a:pt x="205" y="58"/>
                    <a:pt x="201" y="47"/>
                    <a:pt x="197" y="36"/>
                  </a:cubicBezTo>
                  <a:cubicBezTo>
                    <a:pt x="194" y="28"/>
                    <a:pt x="193" y="19"/>
                    <a:pt x="194" y="10"/>
                  </a:cubicBezTo>
                  <a:cubicBezTo>
                    <a:pt x="194" y="4"/>
                    <a:pt x="199" y="0"/>
                    <a:pt x="205" y="2"/>
                  </a:cubicBezTo>
                  <a:cubicBezTo>
                    <a:pt x="213" y="4"/>
                    <a:pt x="222" y="5"/>
                    <a:pt x="230" y="7"/>
                  </a:cubicBezTo>
                  <a:cubicBezTo>
                    <a:pt x="233" y="7"/>
                    <a:pt x="235" y="9"/>
                    <a:pt x="237" y="10"/>
                  </a:cubicBezTo>
                  <a:cubicBezTo>
                    <a:pt x="241" y="13"/>
                    <a:pt x="244" y="16"/>
                    <a:pt x="248" y="19"/>
                  </a:cubicBezTo>
                  <a:cubicBezTo>
                    <a:pt x="253" y="23"/>
                    <a:pt x="259" y="26"/>
                    <a:pt x="265" y="29"/>
                  </a:cubicBezTo>
                  <a:cubicBezTo>
                    <a:pt x="274" y="33"/>
                    <a:pt x="279" y="40"/>
                    <a:pt x="280" y="49"/>
                  </a:cubicBezTo>
                  <a:cubicBezTo>
                    <a:pt x="280" y="55"/>
                    <a:pt x="280" y="60"/>
                    <a:pt x="278" y="66"/>
                  </a:cubicBezTo>
                  <a:cubicBezTo>
                    <a:pt x="277" y="68"/>
                    <a:pt x="275" y="70"/>
                    <a:pt x="273" y="72"/>
                  </a:cubicBezTo>
                  <a:cubicBezTo>
                    <a:pt x="271" y="74"/>
                    <a:pt x="270" y="75"/>
                    <a:pt x="270" y="77"/>
                  </a:cubicBezTo>
                  <a:cubicBezTo>
                    <a:pt x="271" y="104"/>
                    <a:pt x="271" y="131"/>
                    <a:pt x="271" y="158"/>
                  </a:cubicBezTo>
                  <a:cubicBezTo>
                    <a:pt x="272" y="165"/>
                    <a:pt x="272" y="172"/>
                    <a:pt x="273" y="179"/>
                  </a:cubicBezTo>
                  <a:cubicBezTo>
                    <a:pt x="274" y="183"/>
                    <a:pt x="275" y="184"/>
                    <a:pt x="278" y="182"/>
                  </a:cubicBezTo>
                  <a:cubicBezTo>
                    <a:pt x="291" y="176"/>
                    <a:pt x="303" y="170"/>
                    <a:pt x="313" y="160"/>
                  </a:cubicBezTo>
                  <a:cubicBezTo>
                    <a:pt x="317" y="155"/>
                    <a:pt x="321" y="150"/>
                    <a:pt x="325" y="144"/>
                  </a:cubicBezTo>
                  <a:cubicBezTo>
                    <a:pt x="330" y="138"/>
                    <a:pt x="335" y="132"/>
                    <a:pt x="341" y="128"/>
                  </a:cubicBezTo>
                  <a:cubicBezTo>
                    <a:pt x="350" y="122"/>
                    <a:pt x="359" y="120"/>
                    <a:pt x="369" y="122"/>
                  </a:cubicBezTo>
                  <a:cubicBezTo>
                    <a:pt x="379" y="124"/>
                    <a:pt x="383" y="131"/>
                    <a:pt x="380" y="141"/>
                  </a:cubicBezTo>
                  <a:cubicBezTo>
                    <a:pt x="379" y="146"/>
                    <a:pt x="376" y="151"/>
                    <a:pt x="372" y="154"/>
                  </a:cubicBezTo>
                  <a:cubicBezTo>
                    <a:pt x="367" y="160"/>
                    <a:pt x="361" y="165"/>
                    <a:pt x="355" y="169"/>
                  </a:cubicBezTo>
                  <a:cubicBezTo>
                    <a:pt x="341" y="178"/>
                    <a:pt x="328" y="189"/>
                    <a:pt x="314" y="199"/>
                  </a:cubicBezTo>
                  <a:cubicBezTo>
                    <a:pt x="301" y="209"/>
                    <a:pt x="289" y="219"/>
                    <a:pt x="275" y="229"/>
                  </a:cubicBezTo>
                  <a:cubicBezTo>
                    <a:pt x="272" y="232"/>
                    <a:pt x="271" y="234"/>
                    <a:pt x="271" y="238"/>
                  </a:cubicBezTo>
                  <a:cubicBezTo>
                    <a:pt x="267" y="263"/>
                    <a:pt x="262" y="287"/>
                    <a:pt x="254" y="310"/>
                  </a:cubicBezTo>
                  <a:cubicBezTo>
                    <a:pt x="253" y="314"/>
                    <a:pt x="251" y="317"/>
                    <a:pt x="250" y="320"/>
                  </a:cubicBezTo>
                  <a:cubicBezTo>
                    <a:pt x="249" y="322"/>
                    <a:pt x="249" y="324"/>
                    <a:pt x="247" y="325"/>
                  </a:cubicBezTo>
                  <a:cubicBezTo>
                    <a:pt x="226" y="349"/>
                    <a:pt x="202" y="371"/>
                    <a:pt x="173" y="386"/>
                  </a:cubicBezTo>
                  <a:cubicBezTo>
                    <a:pt x="149" y="400"/>
                    <a:pt x="123" y="408"/>
                    <a:pt x="95" y="410"/>
                  </a:cubicBezTo>
                  <a:cubicBezTo>
                    <a:pt x="93" y="410"/>
                    <a:pt x="90" y="411"/>
                    <a:pt x="88" y="411"/>
                  </a:cubicBezTo>
                  <a:cubicBezTo>
                    <a:pt x="87" y="411"/>
                    <a:pt x="85" y="411"/>
                    <a:pt x="83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3" name="Freeform 11"/>
            <p:cNvSpPr>
              <a:spLocks noEditPoints="1"/>
            </p:cNvSpPr>
            <p:nvPr/>
          </p:nvSpPr>
          <p:spPr bwMode="auto">
            <a:xfrm>
              <a:off x="4606634" y="2270052"/>
              <a:ext cx="551054" cy="1278318"/>
            </a:xfrm>
            <a:custGeom>
              <a:avLst/>
              <a:gdLst>
                <a:gd name="T0" fmla="*/ 127 w 193"/>
                <a:gd name="T1" fmla="*/ 371 h 449"/>
                <a:gd name="T2" fmla="*/ 63 w 193"/>
                <a:gd name="T3" fmla="*/ 417 h 449"/>
                <a:gd name="T4" fmla="*/ 47 w 193"/>
                <a:gd name="T5" fmla="*/ 433 h 449"/>
                <a:gd name="T6" fmla="*/ 7 w 193"/>
                <a:gd name="T7" fmla="*/ 434 h 449"/>
                <a:gd name="T8" fmla="*/ 1 w 193"/>
                <a:gd name="T9" fmla="*/ 383 h 449"/>
                <a:gd name="T10" fmla="*/ 33 w 193"/>
                <a:gd name="T11" fmla="*/ 331 h 449"/>
                <a:gd name="T12" fmla="*/ 49 w 193"/>
                <a:gd name="T13" fmla="*/ 286 h 449"/>
                <a:gd name="T14" fmla="*/ 50 w 193"/>
                <a:gd name="T15" fmla="*/ 233 h 449"/>
                <a:gd name="T16" fmla="*/ 38 w 193"/>
                <a:gd name="T17" fmla="*/ 207 h 449"/>
                <a:gd name="T18" fmla="*/ 54 w 193"/>
                <a:gd name="T19" fmla="*/ 201 h 449"/>
                <a:gd name="T20" fmla="*/ 75 w 193"/>
                <a:gd name="T21" fmla="*/ 209 h 449"/>
                <a:gd name="T22" fmla="*/ 107 w 193"/>
                <a:gd name="T23" fmla="*/ 223 h 449"/>
                <a:gd name="T24" fmla="*/ 126 w 193"/>
                <a:gd name="T25" fmla="*/ 233 h 449"/>
                <a:gd name="T26" fmla="*/ 133 w 193"/>
                <a:gd name="T27" fmla="*/ 231 h 449"/>
                <a:gd name="T28" fmla="*/ 135 w 193"/>
                <a:gd name="T29" fmla="*/ 200 h 449"/>
                <a:gd name="T30" fmla="*/ 133 w 193"/>
                <a:gd name="T31" fmla="*/ 99 h 449"/>
                <a:gd name="T32" fmla="*/ 105 w 193"/>
                <a:gd name="T33" fmla="*/ 55 h 449"/>
                <a:gd name="T34" fmla="*/ 77 w 193"/>
                <a:gd name="T35" fmla="*/ 9 h 449"/>
                <a:gd name="T36" fmla="*/ 95 w 193"/>
                <a:gd name="T37" fmla="*/ 6 h 449"/>
                <a:gd name="T38" fmla="*/ 165 w 193"/>
                <a:gd name="T39" fmla="*/ 52 h 449"/>
                <a:gd name="T40" fmla="*/ 189 w 193"/>
                <a:gd name="T41" fmla="*/ 83 h 449"/>
                <a:gd name="T42" fmla="*/ 189 w 193"/>
                <a:gd name="T43" fmla="*/ 292 h 449"/>
                <a:gd name="T44" fmla="*/ 165 w 193"/>
                <a:gd name="T45" fmla="*/ 409 h 449"/>
                <a:gd name="T46" fmla="*/ 145 w 193"/>
                <a:gd name="T47" fmla="*/ 428 h 449"/>
                <a:gd name="T48" fmla="*/ 134 w 193"/>
                <a:gd name="T49" fmla="*/ 415 h 449"/>
                <a:gd name="T50" fmla="*/ 131 w 193"/>
                <a:gd name="T51" fmla="*/ 367 h 449"/>
                <a:gd name="T52" fmla="*/ 124 w 193"/>
                <a:gd name="T53" fmla="*/ 264 h 449"/>
                <a:gd name="T54" fmla="*/ 102 w 193"/>
                <a:gd name="T55" fmla="*/ 280 h 449"/>
                <a:gd name="T56" fmla="*/ 81 w 193"/>
                <a:gd name="T57" fmla="*/ 296 h 449"/>
                <a:gd name="T58" fmla="*/ 59 w 193"/>
                <a:gd name="T59" fmla="*/ 331 h 449"/>
                <a:gd name="T60" fmla="*/ 31 w 193"/>
                <a:gd name="T61" fmla="*/ 373 h 449"/>
                <a:gd name="T62" fmla="*/ 46 w 193"/>
                <a:gd name="T63" fmla="*/ 382 h 449"/>
                <a:gd name="T64" fmla="*/ 78 w 193"/>
                <a:gd name="T65" fmla="*/ 363 h 449"/>
                <a:gd name="T66" fmla="*/ 114 w 193"/>
                <a:gd name="T67" fmla="*/ 346 h 449"/>
                <a:gd name="T68" fmla="*/ 133 w 193"/>
                <a:gd name="T69" fmla="*/ 325 h 449"/>
                <a:gd name="T70" fmla="*/ 132 w 193"/>
                <a:gd name="T71" fmla="*/ 25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3" h="449">
                  <a:moveTo>
                    <a:pt x="131" y="367"/>
                  </a:moveTo>
                  <a:cubicBezTo>
                    <a:pt x="129" y="369"/>
                    <a:pt x="128" y="370"/>
                    <a:pt x="127" y="371"/>
                  </a:cubicBezTo>
                  <a:cubicBezTo>
                    <a:pt x="112" y="385"/>
                    <a:pt x="97" y="397"/>
                    <a:pt x="80" y="408"/>
                  </a:cubicBezTo>
                  <a:cubicBezTo>
                    <a:pt x="74" y="411"/>
                    <a:pt x="69" y="414"/>
                    <a:pt x="63" y="417"/>
                  </a:cubicBezTo>
                  <a:cubicBezTo>
                    <a:pt x="61" y="419"/>
                    <a:pt x="59" y="420"/>
                    <a:pt x="57" y="422"/>
                  </a:cubicBezTo>
                  <a:cubicBezTo>
                    <a:pt x="54" y="426"/>
                    <a:pt x="50" y="430"/>
                    <a:pt x="47" y="433"/>
                  </a:cubicBezTo>
                  <a:cubicBezTo>
                    <a:pt x="44" y="436"/>
                    <a:pt x="41" y="439"/>
                    <a:pt x="38" y="441"/>
                  </a:cubicBezTo>
                  <a:cubicBezTo>
                    <a:pt x="27" y="449"/>
                    <a:pt x="13" y="446"/>
                    <a:pt x="7" y="434"/>
                  </a:cubicBezTo>
                  <a:cubicBezTo>
                    <a:pt x="4" y="428"/>
                    <a:pt x="2" y="421"/>
                    <a:pt x="1" y="415"/>
                  </a:cubicBezTo>
                  <a:cubicBezTo>
                    <a:pt x="0" y="404"/>
                    <a:pt x="0" y="394"/>
                    <a:pt x="1" y="383"/>
                  </a:cubicBezTo>
                  <a:cubicBezTo>
                    <a:pt x="2" y="379"/>
                    <a:pt x="3" y="374"/>
                    <a:pt x="7" y="372"/>
                  </a:cubicBezTo>
                  <a:cubicBezTo>
                    <a:pt x="20" y="361"/>
                    <a:pt x="28" y="346"/>
                    <a:pt x="33" y="331"/>
                  </a:cubicBezTo>
                  <a:cubicBezTo>
                    <a:pt x="36" y="325"/>
                    <a:pt x="37" y="319"/>
                    <a:pt x="39" y="313"/>
                  </a:cubicBezTo>
                  <a:cubicBezTo>
                    <a:pt x="42" y="304"/>
                    <a:pt x="45" y="294"/>
                    <a:pt x="49" y="286"/>
                  </a:cubicBezTo>
                  <a:cubicBezTo>
                    <a:pt x="56" y="272"/>
                    <a:pt x="56" y="258"/>
                    <a:pt x="53" y="244"/>
                  </a:cubicBezTo>
                  <a:cubicBezTo>
                    <a:pt x="52" y="240"/>
                    <a:pt x="51" y="237"/>
                    <a:pt x="50" y="233"/>
                  </a:cubicBezTo>
                  <a:cubicBezTo>
                    <a:pt x="49" y="229"/>
                    <a:pt x="47" y="225"/>
                    <a:pt x="44" y="221"/>
                  </a:cubicBezTo>
                  <a:cubicBezTo>
                    <a:pt x="42" y="217"/>
                    <a:pt x="39" y="212"/>
                    <a:pt x="38" y="207"/>
                  </a:cubicBezTo>
                  <a:cubicBezTo>
                    <a:pt x="36" y="202"/>
                    <a:pt x="38" y="199"/>
                    <a:pt x="44" y="199"/>
                  </a:cubicBezTo>
                  <a:cubicBezTo>
                    <a:pt x="48" y="199"/>
                    <a:pt x="51" y="199"/>
                    <a:pt x="54" y="201"/>
                  </a:cubicBezTo>
                  <a:cubicBezTo>
                    <a:pt x="55" y="202"/>
                    <a:pt x="56" y="203"/>
                    <a:pt x="57" y="203"/>
                  </a:cubicBezTo>
                  <a:cubicBezTo>
                    <a:pt x="62" y="208"/>
                    <a:pt x="68" y="209"/>
                    <a:pt x="75" y="209"/>
                  </a:cubicBezTo>
                  <a:cubicBezTo>
                    <a:pt x="83" y="209"/>
                    <a:pt x="90" y="212"/>
                    <a:pt x="96" y="218"/>
                  </a:cubicBezTo>
                  <a:cubicBezTo>
                    <a:pt x="99" y="221"/>
                    <a:pt x="103" y="223"/>
                    <a:pt x="107" y="223"/>
                  </a:cubicBezTo>
                  <a:cubicBezTo>
                    <a:pt x="110" y="223"/>
                    <a:pt x="112" y="224"/>
                    <a:pt x="115" y="225"/>
                  </a:cubicBezTo>
                  <a:cubicBezTo>
                    <a:pt x="120" y="226"/>
                    <a:pt x="124" y="229"/>
                    <a:pt x="126" y="233"/>
                  </a:cubicBezTo>
                  <a:cubicBezTo>
                    <a:pt x="126" y="234"/>
                    <a:pt x="127" y="235"/>
                    <a:pt x="128" y="236"/>
                  </a:cubicBezTo>
                  <a:cubicBezTo>
                    <a:pt x="131" y="236"/>
                    <a:pt x="132" y="234"/>
                    <a:pt x="133" y="231"/>
                  </a:cubicBezTo>
                  <a:cubicBezTo>
                    <a:pt x="134" y="229"/>
                    <a:pt x="134" y="227"/>
                    <a:pt x="134" y="225"/>
                  </a:cubicBezTo>
                  <a:cubicBezTo>
                    <a:pt x="134" y="217"/>
                    <a:pt x="134" y="208"/>
                    <a:pt x="135" y="200"/>
                  </a:cubicBezTo>
                  <a:cubicBezTo>
                    <a:pt x="137" y="176"/>
                    <a:pt x="139" y="151"/>
                    <a:pt x="137" y="127"/>
                  </a:cubicBezTo>
                  <a:cubicBezTo>
                    <a:pt x="137" y="118"/>
                    <a:pt x="135" y="109"/>
                    <a:pt x="133" y="99"/>
                  </a:cubicBezTo>
                  <a:cubicBezTo>
                    <a:pt x="132" y="90"/>
                    <a:pt x="127" y="81"/>
                    <a:pt x="121" y="74"/>
                  </a:cubicBezTo>
                  <a:cubicBezTo>
                    <a:pt x="116" y="67"/>
                    <a:pt x="111" y="61"/>
                    <a:pt x="105" y="55"/>
                  </a:cubicBezTo>
                  <a:cubicBezTo>
                    <a:pt x="98" y="46"/>
                    <a:pt x="90" y="36"/>
                    <a:pt x="83" y="27"/>
                  </a:cubicBezTo>
                  <a:cubicBezTo>
                    <a:pt x="79" y="22"/>
                    <a:pt x="77" y="15"/>
                    <a:pt x="77" y="9"/>
                  </a:cubicBezTo>
                  <a:cubicBezTo>
                    <a:pt x="77" y="3"/>
                    <a:pt x="80" y="0"/>
                    <a:pt x="86" y="2"/>
                  </a:cubicBezTo>
                  <a:cubicBezTo>
                    <a:pt x="89" y="2"/>
                    <a:pt x="92" y="4"/>
                    <a:pt x="95" y="6"/>
                  </a:cubicBezTo>
                  <a:cubicBezTo>
                    <a:pt x="105" y="15"/>
                    <a:pt x="116" y="22"/>
                    <a:pt x="128" y="28"/>
                  </a:cubicBezTo>
                  <a:cubicBezTo>
                    <a:pt x="141" y="35"/>
                    <a:pt x="154" y="43"/>
                    <a:pt x="165" y="52"/>
                  </a:cubicBezTo>
                  <a:cubicBezTo>
                    <a:pt x="172" y="58"/>
                    <a:pt x="179" y="64"/>
                    <a:pt x="184" y="72"/>
                  </a:cubicBezTo>
                  <a:cubicBezTo>
                    <a:pt x="186" y="75"/>
                    <a:pt x="188" y="78"/>
                    <a:pt x="189" y="83"/>
                  </a:cubicBezTo>
                  <a:cubicBezTo>
                    <a:pt x="192" y="122"/>
                    <a:pt x="193" y="162"/>
                    <a:pt x="193" y="202"/>
                  </a:cubicBezTo>
                  <a:cubicBezTo>
                    <a:pt x="193" y="232"/>
                    <a:pt x="192" y="262"/>
                    <a:pt x="189" y="292"/>
                  </a:cubicBezTo>
                  <a:cubicBezTo>
                    <a:pt x="186" y="321"/>
                    <a:pt x="183" y="350"/>
                    <a:pt x="176" y="378"/>
                  </a:cubicBezTo>
                  <a:cubicBezTo>
                    <a:pt x="173" y="388"/>
                    <a:pt x="170" y="399"/>
                    <a:pt x="165" y="409"/>
                  </a:cubicBezTo>
                  <a:cubicBezTo>
                    <a:pt x="162" y="414"/>
                    <a:pt x="159" y="419"/>
                    <a:pt x="155" y="423"/>
                  </a:cubicBezTo>
                  <a:cubicBezTo>
                    <a:pt x="152" y="426"/>
                    <a:pt x="149" y="428"/>
                    <a:pt x="145" y="428"/>
                  </a:cubicBezTo>
                  <a:cubicBezTo>
                    <a:pt x="140" y="429"/>
                    <a:pt x="136" y="427"/>
                    <a:pt x="135" y="422"/>
                  </a:cubicBezTo>
                  <a:cubicBezTo>
                    <a:pt x="135" y="420"/>
                    <a:pt x="135" y="418"/>
                    <a:pt x="134" y="415"/>
                  </a:cubicBezTo>
                  <a:cubicBezTo>
                    <a:pt x="134" y="407"/>
                    <a:pt x="135" y="399"/>
                    <a:pt x="135" y="391"/>
                  </a:cubicBezTo>
                  <a:cubicBezTo>
                    <a:pt x="134" y="383"/>
                    <a:pt x="134" y="375"/>
                    <a:pt x="131" y="367"/>
                  </a:cubicBezTo>
                  <a:close/>
                  <a:moveTo>
                    <a:pt x="132" y="255"/>
                  </a:moveTo>
                  <a:cubicBezTo>
                    <a:pt x="127" y="257"/>
                    <a:pt x="125" y="260"/>
                    <a:pt x="124" y="264"/>
                  </a:cubicBezTo>
                  <a:cubicBezTo>
                    <a:pt x="123" y="267"/>
                    <a:pt x="122" y="271"/>
                    <a:pt x="119" y="273"/>
                  </a:cubicBezTo>
                  <a:cubicBezTo>
                    <a:pt x="114" y="277"/>
                    <a:pt x="108" y="280"/>
                    <a:pt x="102" y="280"/>
                  </a:cubicBezTo>
                  <a:cubicBezTo>
                    <a:pt x="97" y="280"/>
                    <a:pt x="94" y="282"/>
                    <a:pt x="91" y="285"/>
                  </a:cubicBezTo>
                  <a:cubicBezTo>
                    <a:pt x="87" y="289"/>
                    <a:pt x="84" y="292"/>
                    <a:pt x="81" y="296"/>
                  </a:cubicBezTo>
                  <a:cubicBezTo>
                    <a:pt x="78" y="299"/>
                    <a:pt x="76" y="302"/>
                    <a:pt x="75" y="305"/>
                  </a:cubicBezTo>
                  <a:cubicBezTo>
                    <a:pt x="71" y="315"/>
                    <a:pt x="66" y="323"/>
                    <a:pt x="59" y="331"/>
                  </a:cubicBezTo>
                  <a:cubicBezTo>
                    <a:pt x="54" y="337"/>
                    <a:pt x="50" y="343"/>
                    <a:pt x="45" y="349"/>
                  </a:cubicBezTo>
                  <a:cubicBezTo>
                    <a:pt x="39" y="356"/>
                    <a:pt x="34" y="364"/>
                    <a:pt x="31" y="373"/>
                  </a:cubicBezTo>
                  <a:cubicBezTo>
                    <a:pt x="29" y="377"/>
                    <a:pt x="29" y="379"/>
                    <a:pt x="34" y="381"/>
                  </a:cubicBezTo>
                  <a:cubicBezTo>
                    <a:pt x="38" y="382"/>
                    <a:pt x="42" y="383"/>
                    <a:pt x="46" y="382"/>
                  </a:cubicBezTo>
                  <a:cubicBezTo>
                    <a:pt x="53" y="381"/>
                    <a:pt x="59" y="378"/>
                    <a:pt x="64" y="374"/>
                  </a:cubicBezTo>
                  <a:cubicBezTo>
                    <a:pt x="69" y="371"/>
                    <a:pt x="73" y="367"/>
                    <a:pt x="78" y="363"/>
                  </a:cubicBezTo>
                  <a:cubicBezTo>
                    <a:pt x="81" y="361"/>
                    <a:pt x="83" y="359"/>
                    <a:pt x="87" y="358"/>
                  </a:cubicBezTo>
                  <a:cubicBezTo>
                    <a:pt x="97" y="356"/>
                    <a:pt x="106" y="351"/>
                    <a:pt x="114" y="346"/>
                  </a:cubicBezTo>
                  <a:cubicBezTo>
                    <a:pt x="119" y="343"/>
                    <a:pt x="123" y="340"/>
                    <a:pt x="127" y="338"/>
                  </a:cubicBezTo>
                  <a:cubicBezTo>
                    <a:pt x="131" y="335"/>
                    <a:pt x="133" y="331"/>
                    <a:pt x="133" y="325"/>
                  </a:cubicBezTo>
                  <a:cubicBezTo>
                    <a:pt x="132" y="304"/>
                    <a:pt x="132" y="282"/>
                    <a:pt x="132" y="260"/>
                  </a:cubicBezTo>
                  <a:cubicBezTo>
                    <a:pt x="132" y="259"/>
                    <a:pt x="132" y="257"/>
                    <a:pt x="132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4" name="Freeform 12"/>
            <p:cNvSpPr/>
            <p:nvPr/>
          </p:nvSpPr>
          <p:spPr bwMode="auto">
            <a:xfrm>
              <a:off x="5375547" y="2443057"/>
              <a:ext cx="650372" cy="900269"/>
            </a:xfrm>
            <a:custGeom>
              <a:avLst/>
              <a:gdLst>
                <a:gd name="T0" fmla="*/ 34 w 229"/>
                <a:gd name="T1" fmla="*/ 0 h 316"/>
                <a:gd name="T2" fmla="*/ 37 w 229"/>
                <a:gd name="T3" fmla="*/ 2 h 316"/>
                <a:gd name="T4" fmla="*/ 69 w 229"/>
                <a:gd name="T5" fmla="*/ 32 h 316"/>
                <a:gd name="T6" fmla="*/ 73 w 229"/>
                <a:gd name="T7" fmla="*/ 38 h 316"/>
                <a:gd name="T8" fmla="*/ 99 w 229"/>
                <a:gd name="T9" fmla="*/ 117 h 316"/>
                <a:gd name="T10" fmla="*/ 101 w 229"/>
                <a:gd name="T11" fmla="*/ 128 h 316"/>
                <a:gd name="T12" fmla="*/ 112 w 229"/>
                <a:gd name="T13" fmla="*/ 132 h 316"/>
                <a:gd name="T14" fmla="*/ 120 w 229"/>
                <a:gd name="T15" fmla="*/ 127 h 316"/>
                <a:gd name="T16" fmla="*/ 145 w 229"/>
                <a:gd name="T17" fmla="*/ 109 h 316"/>
                <a:gd name="T18" fmla="*/ 148 w 229"/>
                <a:gd name="T19" fmla="*/ 103 h 316"/>
                <a:gd name="T20" fmla="*/ 148 w 229"/>
                <a:gd name="T21" fmla="*/ 80 h 316"/>
                <a:gd name="T22" fmla="*/ 159 w 229"/>
                <a:gd name="T23" fmla="*/ 69 h 316"/>
                <a:gd name="T24" fmla="*/ 162 w 229"/>
                <a:gd name="T25" fmla="*/ 71 h 316"/>
                <a:gd name="T26" fmla="*/ 164 w 229"/>
                <a:gd name="T27" fmla="*/ 75 h 316"/>
                <a:gd name="T28" fmla="*/ 171 w 229"/>
                <a:gd name="T29" fmla="*/ 86 h 316"/>
                <a:gd name="T30" fmla="*/ 204 w 229"/>
                <a:gd name="T31" fmla="*/ 104 h 316"/>
                <a:gd name="T32" fmla="*/ 209 w 229"/>
                <a:gd name="T33" fmla="*/ 112 h 316"/>
                <a:gd name="T34" fmla="*/ 169 w 229"/>
                <a:gd name="T35" fmla="*/ 170 h 316"/>
                <a:gd name="T36" fmla="*/ 128 w 229"/>
                <a:gd name="T37" fmla="*/ 175 h 316"/>
                <a:gd name="T38" fmla="*/ 114 w 229"/>
                <a:gd name="T39" fmla="*/ 190 h 316"/>
                <a:gd name="T40" fmla="*/ 115 w 229"/>
                <a:gd name="T41" fmla="*/ 196 h 316"/>
                <a:gd name="T42" fmla="*/ 115 w 229"/>
                <a:gd name="T43" fmla="*/ 219 h 316"/>
                <a:gd name="T44" fmla="*/ 109 w 229"/>
                <a:gd name="T45" fmla="*/ 226 h 316"/>
                <a:gd name="T46" fmla="*/ 89 w 229"/>
                <a:gd name="T47" fmla="*/ 246 h 316"/>
                <a:gd name="T48" fmla="*/ 95 w 229"/>
                <a:gd name="T49" fmla="*/ 260 h 316"/>
                <a:gd name="T50" fmla="*/ 113 w 229"/>
                <a:gd name="T51" fmla="*/ 259 h 316"/>
                <a:gd name="T52" fmla="*/ 148 w 229"/>
                <a:gd name="T53" fmla="*/ 248 h 316"/>
                <a:gd name="T54" fmla="*/ 170 w 229"/>
                <a:gd name="T55" fmla="*/ 243 h 316"/>
                <a:gd name="T56" fmla="*/ 187 w 229"/>
                <a:gd name="T57" fmla="*/ 237 h 316"/>
                <a:gd name="T58" fmla="*/ 212 w 229"/>
                <a:gd name="T59" fmla="*/ 229 h 316"/>
                <a:gd name="T60" fmla="*/ 220 w 229"/>
                <a:gd name="T61" fmla="*/ 229 h 316"/>
                <a:gd name="T62" fmla="*/ 227 w 229"/>
                <a:gd name="T63" fmla="*/ 241 h 316"/>
                <a:gd name="T64" fmla="*/ 214 w 229"/>
                <a:gd name="T65" fmla="*/ 267 h 316"/>
                <a:gd name="T66" fmla="*/ 203 w 229"/>
                <a:gd name="T67" fmla="*/ 277 h 316"/>
                <a:gd name="T68" fmla="*/ 174 w 229"/>
                <a:gd name="T69" fmla="*/ 289 h 316"/>
                <a:gd name="T70" fmla="*/ 140 w 229"/>
                <a:gd name="T71" fmla="*/ 298 h 316"/>
                <a:gd name="T72" fmla="*/ 127 w 229"/>
                <a:gd name="T73" fmla="*/ 298 h 316"/>
                <a:gd name="T74" fmla="*/ 116 w 229"/>
                <a:gd name="T75" fmla="*/ 301 h 316"/>
                <a:gd name="T76" fmla="*/ 55 w 229"/>
                <a:gd name="T77" fmla="*/ 304 h 316"/>
                <a:gd name="T78" fmla="*/ 44 w 229"/>
                <a:gd name="T79" fmla="*/ 292 h 316"/>
                <a:gd name="T80" fmla="*/ 27 w 229"/>
                <a:gd name="T81" fmla="*/ 257 h 316"/>
                <a:gd name="T82" fmla="*/ 25 w 229"/>
                <a:gd name="T83" fmla="*/ 252 h 316"/>
                <a:gd name="T84" fmla="*/ 18 w 229"/>
                <a:gd name="T85" fmla="*/ 217 h 316"/>
                <a:gd name="T86" fmla="*/ 18 w 229"/>
                <a:gd name="T87" fmla="*/ 210 h 316"/>
                <a:gd name="T88" fmla="*/ 1 w 229"/>
                <a:gd name="T89" fmla="*/ 140 h 316"/>
                <a:gd name="T90" fmla="*/ 0 w 229"/>
                <a:gd name="T91" fmla="*/ 134 h 316"/>
                <a:gd name="T92" fmla="*/ 18 w 229"/>
                <a:gd name="T93" fmla="*/ 50 h 316"/>
                <a:gd name="T94" fmla="*/ 32 w 229"/>
                <a:gd name="T95" fmla="*/ 4 h 316"/>
                <a:gd name="T96" fmla="*/ 34 w 229"/>
                <a:gd name="T97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9" h="316">
                  <a:moveTo>
                    <a:pt x="34" y="0"/>
                  </a:moveTo>
                  <a:cubicBezTo>
                    <a:pt x="35" y="1"/>
                    <a:pt x="36" y="2"/>
                    <a:pt x="37" y="2"/>
                  </a:cubicBezTo>
                  <a:cubicBezTo>
                    <a:pt x="48" y="12"/>
                    <a:pt x="58" y="22"/>
                    <a:pt x="69" y="32"/>
                  </a:cubicBezTo>
                  <a:cubicBezTo>
                    <a:pt x="71" y="34"/>
                    <a:pt x="72" y="36"/>
                    <a:pt x="73" y="38"/>
                  </a:cubicBezTo>
                  <a:cubicBezTo>
                    <a:pt x="86" y="63"/>
                    <a:pt x="94" y="89"/>
                    <a:pt x="99" y="117"/>
                  </a:cubicBezTo>
                  <a:cubicBezTo>
                    <a:pt x="99" y="120"/>
                    <a:pt x="100" y="124"/>
                    <a:pt x="101" y="128"/>
                  </a:cubicBezTo>
                  <a:cubicBezTo>
                    <a:pt x="103" y="133"/>
                    <a:pt x="107" y="134"/>
                    <a:pt x="112" y="132"/>
                  </a:cubicBezTo>
                  <a:cubicBezTo>
                    <a:pt x="115" y="130"/>
                    <a:pt x="117" y="129"/>
                    <a:pt x="120" y="127"/>
                  </a:cubicBezTo>
                  <a:cubicBezTo>
                    <a:pt x="128" y="121"/>
                    <a:pt x="136" y="115"/>
                    <a:pt x="145" y="109"/>
                  </a:cubicBezTo>
                  <a:cubicBezTo>
                    <a:pt x="147" y="108"/>
                    <a:pt x="148" y="106"/>
                    <a:pt x="148" y="103"/>
                  </a:cubicBezTo>
                  <a:cubicBezTo>
                    <a:pt x="148" y="95"/>
                    <a:pt x="148" y="88"/>
                    <a:pt x="148" y="80"/>
                  </a:cubicBezTo>
                  <a:cubicBezTo>
                    <a:pt x="148" y="75"/>
                    <a:pt x="153" y="69"/>
                    <a:pt x="159" y="69"/>
                  </a:cubicBezTo>
                  <a:cubicBezTo>
                    <a:pt x="160" y="69"/>
                    <a:pt x="162" y="70"/>
                    <a:pt x="162" y="71"/>
                  </a:cubicBezTo>
                  <a:cubicBezTo>
                    <a:pt x="163" y="72"/>
                    <a:pt x="164" y="73"/>
                    <a:pt x="164" y="75"/>
                  </a:cubicBezTo>
                  <a:cubicBezTo>
                    <a:pt x="164" y="79"/>
                    <a:pt x="167" y="83"/>
                    <a:pt x="171" y="86"/>
                  </a:cubicBezTo>
                  <a:cubicBezTo>
                    <a:pt x="181" y="94"/>
                    <a:pt x="192" y="100"/>
                    <a:pt x="204" y="104"/>
                  </a:cubicBezTo>
                  <a:cubicBezTo>
                    <a:pt x="208" y="106"/>
                    <a:pt x="209" y="108"/>
                    <a:pt x="209" y="112"/>
                  </a:cubicBezTo>
                  <a:cubicBezTo>
                    <a:pt x="210" y="140"/>
                    <a:pt x="196" y="160"/>
                    <a:pt x="169" y="170"/>
                  </a:cubicBezTo>
                  <a:cubicBezTo>
                    <a:pt x="156" y="175"/>
                    <a:pt x="142" y="177"/>
                    <a:pt x="128" y="175"/>
                  </a:cubicBezTo>
                  <a:cubicBezTo>
                    <a:pt x="119" y="173"/>
                    <a:pt x="112" y="182"/>
                    <a:pt x="114" y="190"/>
                  </a:cubicBezTo>
                  <a:cubicBezTo>
                    <a:pt x="114" y="192"/>
                    <a:pt x="115" y="194"/>
                    <a:pt x="115" y="196"/>
                  </a:cubicBezTo>
                  <a:cubicBezTo>
                    <a:pt x="118" y="203"/>
                    <a:pt x="118" y="211"/>
                    <a:pt x="115" y="219"/>
                  </a:cubicBezTo>
                  <a:cubicBezTo>
                    <a:pt x="114" y="222"/>
                    <a:pt x="112" y="224"/>
                    <a:pt x="109" y="226"/>
                  </a:cubicBezTo>
                  <a:cubicBezTo>
                    <a:pt x="101" y="231"/>
                    <a:pt x="95" y="238"/>
                    <a:pt x="89" y="246"/>
                  </a:cubicBezTo>
                  <a:cubicBezTo>
                    <a:pt x="84" y="254"/>
                    <a:pt x="85" y="258"/>
                    <a:pt x="95" y="260"/>
                  </a:cubicBezTo>
                  <a:cubicBezTo>
                    <a:pt x="101" y="261"/>
                    <a:pt x="107" y="261"/>
                    <a:pt x="113" y="259"/>
                  </a:cubicBezTo>
                  <a:cubicBezTo>
                    <a:pt x="125" y="256"/>
                    <a:pt x="137" y="252"/>
                    <a:pt x="148" y="248"/>
                  </a:cubicBezTo>
                  <a:cubicBezTo>
                    <a:pt x="155" y="245"/>
                    <a:pt x="162" y="243"/>
                    <a:pt x="170" y="243"/>
                  </a:cubicBezTo>
                  <a:cubicBezTo>
                    <a:pt x="176" y="242"/>
                    <a:pt x="182" y="240"/>
                    <a:pt x="187" y="237"/>
                  </a:cubicBezTo>
                  <a:cubicBezTo>
                    <a:pt x="195" y="234"/>
                    <a:pt x="203" y="230"/>
                    <a:pt x="212" y="229"/>
                  </a:cubicBezTo>
                  <a:cubicBezTo>
                    <a:pt x="214" y="229"/>
                    <a:pt x="217" y="229"/>
                    <a:pt x="220" y="229"/>
                  </a:cubicBezTo>
                  <a:cubicBezTo>
                    <a:pt x="226" y="230"/>
                    <a:pt x="229" y="236"/>
                    <a:pt x="227" y="241"/>
                  </a:cubicBezTo>
                  <a:cubicBezTo>
                    <a:pt x="223" y="250"/>
                    <a:pt x="218" y="259"/>
                    <a:pt x="214" y="267"/>
                  </a:cubicBezTo>
                  <a:cubicBezTo>
                    <a:pt x="211" y="271"/>
                    <a:pt x="207" y="274"/>
                    <a:pt x="203" y="277"/>
                  </a:cubicBezTo>
                  <a:cubicBezTo>
                    <a:pt x="194" y="282"/>
                    <a:pt x="184" y="286"/>
                    <a:pt x="174" y="289"/>
                  </a:cubicBezTo>
                  <a:cubicBezTo>
                    <a:pt x="163" y="292"/>
                    <a:pt x="151" y="295"/>
                    <a:pt x="140" y="298"/>
                  </a:cubicBezTo>
                  <a:cubicBezTo>
                    <a:pt x="136" y="299"/>
                    <a:pt x="131" y="298"/>
                    <a:pt x="127" y="298"/>
                  </a:cubicBezTo>
                  <a:cubicBezTo>
                    <a:pt x="122" y="298"/>
                    <a:pt x="119" y="299"/>
                    <a:pt x="116" y="301"/>
                  </a:cubicBezTo>
                  <a:cubicBezTo>
                    <a:pt x="97" y="315"/>
                    <a:pt x="74" y="316"/>
                    <a:pt x="55" y="304"/>
                  </a:cubicBezTo>
                  <a:cubicBezTo>
                    <a:pt x="51" y="301"/>
                    <a:pt x="47" y="297"/>
                    <a:pt x="44" y="292"/>
                  </a:cubicBezTo>
                  <a:cubicBezTo>
                    <a:pt x="37" y="281"/>
                    <a:pt x="32" y="269"/>
                    <a:pt x="27" y="257"/>
                  </a:cubicBezTo>
                  <a:cubicBezTo>
                    <a:pt x="26" y="255"/>
                    <a:pt x="26" y="254"/>
                    <a:pt x="25" y="252"/>
                  </a:cubicBezTo>
                  <a:cubicBezTo>
                    <a:pt x="20" y="241"/>
                    <a:pt x="17" y="230"/>
                    <a:pt x="18" y="217"/>
                  </a:cubicBezTo>
                  <a:cubicBezTo>
                    <a:pt x="19" y="215"/>
                    <a:pt x="18" y="213"/>
                    <a:pt x="18" y="210"/>
                  </a:cubicBezTo>
                  <a:cubicBezTo>
                    <a:pt x="12" y="187"/>
                    <a:pt x="6" y="163"/>
                    <a:pt x="1" y="140"/>
                  </a:cubicBezTo>
                  <a:cubicBezTo>
                    <a:pt x="0" y="138"/>
                    <a:pt x="0" y="136"/>
                    <a:pt x="0" y="134"/>
                  </a:cubicBezTo>
                  <a:cubicBezTo>
                    <a:pt x="6" y="106"/>
                    <a:pt x="12" y="78"/>
                    <a:pt x="18" y="50"/>
                  </a:cubicBezTo>
                  <a:cubicBezTo>
                    <a:pt x="22" y="35"/>
                    <a:pt x="26" y="19"/>
                    <a:pt x="32" y="4"/>
                  </a:cubicBezTo>
                  <a:cubicBezTo>
                    <a:pt x="33" y="2"/>
                    <a:pt x="33" y="1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6355912" y="2792272"/>
              <a:ext cx="772117" cy="855416"/>
            </a:xfrm>
            <a:custGeom>
              <a:avLst/>
              <a:gdLst>
                <a:gd name="T0" fmla="*/ 194 w 271"/>
                <a:gd name="T1" fmla="*/ 98 h 300"/>
                <a:gd name="T2" fmla="*/ 236 w 271"/>
                <a:gd name="T3" fmla="*/ 96 h 300"/>
                <a:gd name="T4" fmla="*/ 237 w 271"/>
                <a:gd name="T5" fmla="*/ 111 h 300"/>
                <a:gd name="T6" fmla="*/ 175 w 271"/>
                <a:gd name="T7" fmla="*/ 150 h 300"/>
                <a:gd name="T8" fmla="*/ 169 w 271"/>
                <a:gd name="T9" fmla="*/ 195 h 300"/>
                <a:gd name="T10" fmla="*/ 177 w 271"/>
                <a:gd name="T11" fmla="*/ 299 h 300"/>
                <a:gd name="T12" fmla="*/ 159 w 271"/>
                <a:gd name="T13" fmla="*/ 285 h 300"/>
                <a:gd name="T14" fmla="*/ 150 w 271"/>
                <a:gd name="T15" fmla="*/ 266 h 300"/>
                <a:gd name="T16" fmla="*/ 133 w 271"/>
                <a:gd name="T17" fmla="*/ 260 h 300"/>
                <a:gd name="T18" fmla="*/ 132 w 271"/>
                <a:gd name="T19" fmla="*/ 243 h 300"/>
                <a:gd name="T20" fmla="*/ 149 w 271"/>
                <a:gd name="T21" fmla="*/ 232 h 300"/>
                <a:gd name="T22" fmla="*/ 139 w 271"/>
                <a:gd name="T23" fmla="*/ 197 h 300"/>
                <a:gd name="T24" fmla="*/ 117 w 271"/>
                <a:gd name="T25" fmla="*/ 216 h 300"/>
                <a:gd name="T26" fmla="*/ 101 w 271"/>
                <a:gd name="T27" fmla="*/ 235 h 300"/>
                <a:gd name="T28" fmla="*/ 26 w 271"/>
                <a:gd name="T29" fmla="*/ 293 h 300"/>
                <a:gd name="T30" fmla="*/ 0 w 271"/>
                <a:gd name="T31" fmla="*/ 243 h 300"/>
                <a:gd name="T32" fmla="*/ 9 w 271"/>
                <a:gd name="T33" fmla="*/ 237 h 300"/>
                <a:gd name="T34" fmla="*/ 32 w 271"/>
                <a:gd name="T35" fmla="*/ 234 h 300"/>
                <a:gd name="T36" fmla="*/ 59 w 271"/>
                <a:gd name="T37" fmla="*/ 219 h 300"/>
                <a:gd name="T38" fmla="*/ 116 w 271"/>
                <a:gd name="T39" fmla="*/ 185 h 300"/>
                <a:gd name="T40" fmla="*/ 145 w 271"/>
                <a:gd name="T41" fmla="*/ 155 h 300"/>
                <a:gd name="T42" fmla="*/ 133 w 271"/>
                <a:gd name="T43" fmla="*/ 142 h 300"/>
                <a:gd name="T44" fmla="*/ 145 w 271"/>
                <a:gd name="T45" fmla="*/ 112 h 300"/>
                <a:gd name="T46" fmla="*/ 143 w 271"/>
                <a:gd name="T47" fmla="*/ 104 h 300"/>
                <a:gd name="T48" fmla="*/ 124 w 271"/>
                <a:gd name="T49" fmla="*/ 108 h 300"/>
                <a:gd name="T50" fmla="*/ 121 w 271"/>
                <a:gd name="T51" fmla="*/ 140 h 300"/>
                <a:gd name="T52" fmla="*/ 87 w 271"/>
                <a:gd name="T53" fmla="*/ 188 h 300"/>
                <a:gd name="T54" fmla="*/ 73 w 271"/>
                <a:gd name="T55" fmla="*/ 176 h 300"/>
                <a:gd name="T56" fmla="*/ 67 w 271"/>
                <a:gd name="T57" fmla="*/ 159 h 300"/>
                <a:gd name="T58" fmla="*/ 66 w 271"/>
                <a:gd name="T59" fmla="*/ 63 h 300"/>
                <a:gd name="T60" fmla="*/ 72 w 271"/>
                <a:gd name="T61" fmla="*/ 47 h 300"/>
                <a:gd name="T62" fmla="*/ 88 w 271"/>
                <a:gd name="T63" fmla="*/ 55 h 300"/>
                <a:gd name="T64" fmla="*/ 109 w 271"/>
                <a:gd name="T65" fmla="*/ 63 h 300"/>
                <a:gd name="T66" fmla="*/ 160 w 271"/>
                <a:gd name="T67" fmla="*/ 28 h 300"/>
                <a:gd name="T68" fmla="*/ 187 w 271"/>
                <a:gd name="T69" fmla="*/ 16 h 300"/>
                <a:gd name="T70" fmla="*/ 258 w 271"/>
                <a:gd name="T71" fmla="*/ 4 h 300"/>
                <a:gd name="T72" fmla="*/ 271 w 271"/>
                <a:gd name="T73" fmla="*/ 16 h 300"/>
                <a:gd name="T74" fmla="*/ 248 w 271"/>
                <a:gd name="T75" fmla="*/ 37 h 300"/>
                <a:gd name="T76" fmla="*/ 215 w 271"/>
                <a:gd name="T77" fmla="*/ 67 h 300"/>
                <a:gd name="T78" fmla="*/ 186 w 271"/>
                <a:gd name="T79" fmla="*/ 95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1" h="300">
                  <a:moveTo>
                    <a:pt x="185" y="102"/>
                  </a:moveTo>
                  <a:cubicBezTo>
                    <a:pt x="188" y="101"/>
                    <a:pt x="191" y="99"/>
                    <a:pt x="194" y="98"/>
                  </a:cubicBezTo>
                  <a:cubicBezTo>
                    <a:pt x="200" y="94"/>
                    <a:pt x="206" y="91"/>
                    <a:pt x="213" y="90"/>
                  </a:cubicBezTo>
                  <a:cubicBezTo>
                    <a:pt x="221" y="89"/>
                    <a:pt x="229" y="92"/>
                    <a:pt x="236" y="96"/>
                  </a:cubicBezTo>
                  <a:cubicBezTo>
                    <a:pt x="237" y="97"/>
                    <a:pt x="238" y="98"/>
                    <a:pt x="239" y="99"/>
                  </a:cubicBezTo>
                  <a:cubicBezTo>
                    <a:pt x="242" y="103"/>
                    <a:pt x="242" y="108"/>
                    <a:pt x="237" y="111"/>
                  </a:cubicBezTo>
                  <a:cubicBezTo>
                    <a:pt x="220" y="127"/>
                    <a:pt x="200" y="139"/>
                    <a:pt x="179" y="148"/>
                  </a:cubicBezTo>
                  <a:cubicBezTo>
                    <a:pt x="178" y="149"/>
                    <a:pt x="176" y="149"/>
                    <a:pt x="175" y="150"/>
                  </a:cubicBezTo>
                  <a:cubicBezTo>
                    <a:pt x="167" y="153"/>
                    <a:pt x="164" y="159"/>
                    <a:pt x="163" y="168"/>
                  </a:cubicBezTo>
                  <a:cubicBezTo>
                    <a:pt x="163" y="177"/>
                    <a:pt x="165" y="187"/>
                    <a:pt x="169" y="195"/>
                  </a:cubicBezTo>
                  <a:cubicBezTo>
                    <a:pt x="182" y="226"/>
                    <a:pt x="186" y="259"/>
                    <a:pt x="185" y="292"/>
                  </a:cubicBezTo>
                  <a:cubicBezTo>
                    <a:pt x="185" y="298"/>
                    <a:pt x="183" y="300"/>
                    <a:pt x="177" y="299"/>
                  </a:cubicBezTo>
                  <a:cubicBezTo>
                    <a:pt x="171" y="299"/>
                    <a:pt x="165" y="297"/>
                    <a:pt x="161" y="292"/>
                  </a:cubicBezTo>
                  <a:cubicBezTo>
                    <a:pt x="159" y="290"/>
                    <a:pt x="159" y="287"/>
                    <a:pt x="159" y="285"/>
                  </a:cubicBezTo>
                  <a:cubicBezTo>
                    <a:pt x="159" y="284"/>
                    <a:pt x="159" y="282"/>
                    <a:pt x="159" y="281"/>
                  </a:cubicBezTo>
                  <a:cubicBezTo>
                    <a:pt x="159" y="274"/>
                    <a:pt x="156" y="269"/>
                    <a:pt x="150" y="266"/>
                  </a:cubicBezTo>
                  <a:cubicBezTo>
                    <a:pt x="146" y="263"/>
                    <a:pt x="141" y="262"/>
                    <a:pt x="136" y="260"/>
                  </a:cubicBezTo>
                  <a:cubicBezTo>
                    <a:pt x="135" y="260"/>
                    <a:pt x="134" y="260"/>
                    <a:pt x="133" y="260"/>
                  </a:cubicBezTo>
                  <a:cubicBezTo>
                    <a:pt x="129" y="258"/>
                    <a:pt x="126" y="255"/>
                    <a:pt x="126" y="252"/>
                  </a:cubicBezTo>
                  <a:cubicBezTo>
                    <a:pt x="125" y="248"/>
                    <a:pt x="128" y="244"/>
                    <a:pt x="132" y="243"/>
                  </a:cubicBezTo>
                  <a:cubicBezTo>
                    <a:pt x="134" y="242"/>
                    <a:pt x="136" y="242"/>
                    <a:pt x="138" y="242"/>
                  </a:cubicBezTo>
                  <a:cubicBezTo>
                    <a:pt x="144" y="241"/>
                    <a:pt x="147" y="238"/>
                    <a:pt x="149" y="232"/>
                  </a:cubicBezTo>
                  <a:cubicBezTo>
                    <a:pt x="153" y="220"/>
                    <a:pt x="151" y="208"/>
                    <a:pt x="144" y="197"/>
                  </a:cubicBezTo>
                  <a:cubicBezTo>
                    <a:pt x="142" y="195"/>
                    <a:pt x="141" y="195"/>
                    <a:pt x="139" y="197"/>
                  </a:cubicBezTo>
                  <a:cubicBezTo>
                    <a:pt x="138" y="197"/>
                    <a:pt x="137" y="198"/>
                    <a:pt x="136" y="199"/>
                  </a:cubicBezTo>
                  <a:cubicBezTo>
                    <a:pt x="129" y="205"/>
                    <a:pt x="123" y="210"/>
                    <a:pt x="117" y="216"/>
                  </a:cubicBezTo>
                  <a:cubicBezTo>
                    <a:pt x="112" y="220"/>
                    <a:pt x="108" y="225"/>
                    <a:pt x="105" y="231"/>
                  </a:cubicBezTo>
                  <a:cubicBezTo>
                    <a:pt x="104" y="232"/>
                    <a:pt x="103" y="233"/>
                    <a:pt x="101" y="235"/>
                  </a:cubicBezTo>
                  <a:cubicBezTo>
                    <a:pt x="84" y="253"/>
                    <a:pt x="66" y="270"/>
                    <a:pt x="48" y="288"/>
                  </a:cubicBezTo>
                  <a:cubicBezTo>
                    <a:pt x="41" y="296"/>
                    <a:pt x="35" y="297"/>
                    <a:pt x="26" y="293"/>
                  </a:cubicBezTo>
                  <a:cubicBezTo>
                    <a:pt x="20" y="291"/>
                    <a:pt x="16" y="287"/>
                    <a:pt x="13" y="282"/>
                  </a:cubicBezTo>
                  <a:cubicBezTo>
                    <a:pt x="4" y="271"/>
                    <a:pt x="1" y="257"/>
                    <a:pt x="0" y="243"/>
                  </a:cubicBezTo>
                  <a:cubicBezTo>
                    <a:pt x="0" y="240"/>
                    <a:pt x="1" y="239"/>
                    <a:pt x="3" y="239"/>
                  </a:cubicBezTo>
                  <a:cubicBezTo>
                    <a:pt x="5" y="238"/>
                    <a:pt x="7" y="237"/>
                    <a:pt x="9" y="237"/>
                  </a:cubicBezTo>
                  <a:cubicBezTo>
                    <a:pt x="13" y="235"/>
                    <a:pt x="16" y="235"/>
                    <a:pt x="20" y="237"/>
                  </a:cubicBezTo>
                  <a:cubicBezTo>
                    <a:pt x="24" y="239"/>
                    <a:pt x="28" y="238"/>
                    <a:pt x="32" y="234"/>
                  </a:cubicBezTo>
                  <a:cubicBezTo>
                    <a:pt x="34" y="233"/>
                    <a:pt x="37" y="231"/>
                    <a:pt x="39" y="230"/>
                  </a:cubicBezTo>
                  <a:cubicBezTo>
                    <a:pt x="46" y="226"/>
                    <a:pt x="52" y="222"/>
                    <a:pt x="59" y="219"/>
                  </a:cubicBezTo>
                  <a:cubicBezTo>
                    <a:pt x="60" y="218"/>
                    <a:pt x="62" y="217"/>
                    <a:pt x="63" y="216"/>
                  </a:cubicBezTo>
                  <a:cubicBezTo>
                    <a:pt x="81" y="206"/>
                    <a:pt x="98" y="195"/>
                    <a:pt x="116" y="185"/>
                  </a:cubicBezTo>
                  <a:cubicBezTo>
                    <a:pt x="122" y="181"/>
                    <a:pt x="128" y="177"/>
                    <a:pt x="134" y="172"/>
                  </a:cubicBezTo>
                  <a:cubicBezTo>
                    <a:pt x="139" y="168"/>
                    <a:pt x="143" y="163"/>
                    <a:pt x="145" y="155"/>
                  </a:cubicBezTo>
                  <a:cubicBezTo>
                    <a:pt x="143" y="155"/>
                    <a:pt x="142" y="154"/>
                    <a:pt x="140" y="154"/>
                  </a:cubicBezTo>
                  <a:cubicBezTo>
                    <a:pt x="134" y="152"/>
                    <a:pt x="132" y="148"/>
                    <a:pt x="133" y="142"/>
                  </a:cubicBezTo>
                  <a:cubicBezTo>
                    <a:pt x="134" y="140"/>
                    <a:pt x="135" y="137"/>
                    <a:pt x="136" y="135"/>
                  </a:cubicBezTo>
                  <a:cubicBezTo>
                    <a:pt x="139" y="127"/>
                    <a:pt x="142" y="119"/>
                    <a:pt x="145" y="112"/>
                  </a:cubicBezTo>
                  <a:cubicBezTo>
                    <a:pt x="145" y="111"/>
                    <a:pt x="146" y="110"/>
                    <a:pt x="146" y="109"/>
                  </a:cubicBezTo>
                  <a:cubicBezTo>
                    <a:pt x="147" y="105"/>
                    <a:pt x="146" y="104"/>
                    <a:pt x="143" y="104"/>
                  </a:cubicBezTo>
                  <a:cubicBezTo>
                    <a:pt x="140" y="104"/>
                    <a:pt x="138" y="104"/>
                    <a:pt x="135" y="105"/>
                  </a:cubicBezTo>
                  <a:cubicBezTo>
                    <a:pt x="132" y="106"/>
                    <a:pt x="128" y="107"/>
                    <a:pt x="124" y="108"/>
                  </a:cubicBezTo>
                  <a:cubicBezTo>
                    <a:pt x="122" y="109"/>
                    <a:pt x="121" y="111"/>
                    <a:pt x="121" y="113"/>
                  </a:cubicBezTo>
                  <a:cubicBezTo>
                    <a:pt x="121" y="122"/>
                    <a:pt x="121" y="131"/>
                    <a:pt x="121" y="140"/>
                  </a:cubicBezTo>
                  <a:cubicBezTo>
                    <a:pt x="121" y="142"/>
                    <a:pt x="120" y="144"/>
                    <a:pt x="119" y="146"/>
                  </a:cubicBezTo>
                  <a:cubicBezTo>
                    <a:pt x="108" y="160"/>
                    <a:pt x="98" y="174"/>
                    <a:pt x="87" y="188"/>
                  </a:cubicBezTo>
                  <a:cubicBezTo>
                    <a:pt x="87" y="189"/>
                    <a:pt x="86" y="189"/>
                    <a:pt x="86" y="190"/>
                  </a:cubicBezTo>
                  <a:cubicBezTo>
                    <a:pt x="81" y="185"/>
                    <a:pt x="77" y="181"/>
                    <a:pt x="73" y="176"/>
                  </a:cubicBezTo>
                  <a:cubicBezTo>
                    <a:pt x="70" y="173"/>
                    <a:pt x="69" y="170"/>
                    <a:pt x="69" y="166"/>
                  </a:cubicBezTo>
                  <a:cubicBezTo>
                    <a:pt x="68" y="164"/>
                    <a:pt x="68" y="161"/>
                    <a:pt x="67" y="159"/>
                  </a:cubicBezTo>
                  <a:cubicBezTo>
                    <a:pt x="58" y="138"/>
                    <a:pt x="57" y="117"/>
                    <a:pt x="63" y="95"/>
                  </a:cubicBezTo>
                  <a:cubicBezTo>
                    <a:pt x="67" y="84"/>
                    <a:pt x="67" y="74"/>
                    <a:pt x="66" y="63"/>
                  </a:cubicBezTo>
                  <a:cubicBezTo>
                    <a:pt x="66" y="60"/>
                    <a:pt x="66" y="57"/>
                    <a:pt x="66" y="54"/>
                  </a:cubicBezTo>
                  <a:cubicBezTo>
                    <a:pt x="66" y="50"/>
                    <a:pt x="68" y="47"/>
                    <a:pt x="72" y="47"/>
                  </a:cubicBezTo>
                  <a:cubicBezTo>
                    <a:pt x="75" y="46"/>
                    <a:pt x="78" y="47"/>
                    <a:pt x="80" y="48"/>
                  </a:cubicBezTo>
                  <a:cubicBezTo>
                    <a:pt x="83" y="50"/>
                    <a:pt x="85" y="52"/>
                    <a:pt x="88" y="55"/>
                  </a:cubicBezTo>
                  <a:cubicBezTo>
                    <a:pt x="90" y="57"/>
                    <a:pt x="91" y="59"/>
                    <a:pt x="93" y="61"/>
                  </a:cubicBezTo>
                  <a:cubicBezTo>
                    <a:pt x="99" y="66"/>
                    <a:pt x="103" y="67"/>
                    <a:pt x="109" y="63"/>
                  </a:cubicBezTo>
                  <a:cubicBezTo>
                    <a:pt x="117" y="58"/>
                    <a:pt x="125" y="53"/>
                    <a:pt x="133" y="48"/>
                  </a:cubicBezTo>
                  <a:cubicBezTo>
                    <a:pt x="142" y="41"/>
                    <a:pt x="151" y="35"/>
                    <a:pt x="160" y="28"/>
                  </a:cubicBezTo>
                  <a:cubicBezTo>
                    <a:pt x="163" y="25"/>
                    <a:pt x="167" y="24"/>
                    <a:pt x="171" y="23"/>
                  </a:cubicBezTo>
                  <a:cubicBezTo>
                    <a:pt x="177" y="23"/>
                    <a:pt x="182" y="20"/>
                    <a:pt x="187" y="16"/>
                  </a:cubicBezTo>
                  <a:cubicBezTo>
                    <a:pt x="196" y="6"/>
                    <a:pt x="208" y="2"/>
                    <a:pt x="221" y="1"/>
                  </a:cubicBezTo>
                  <a:cubicBezTo>
                    <a:pt x="233" y="0"/>
                    <a:pt x="246" y="0"/>
                    <a:pt x="258" y="4"/>
                  </a:cubicBezTo>
                  <a:cubicBezTo>
                    <a:pt x="261" y="5"/>
                    <a:pt x="264" y="7"/>
                    <a:pt x="267" y="9"/>
                  </a:cubicBezTo>
                  <a:cubicBezTo>
                    <a:pt x="270" y="10"/>
                    <a:pt x="271" y="13"/>
                    <a:pt x="271" y="16"/>
                  </a:cubicBezTo>
                  <a:cubicBezTo>
                    <a:pt x="271" y="18"/>
                    <a:pt x="271" y="19"/>
                    <a:pt x="269" y="21"/>
                  </a:cubicBezTo>
                  <a:cubicBezTo>
                    <a:pt x="262" y="26"/>
                    <a:pt x="255" y="31"/>
                    <a:pt x="248" y="37"/>
                  </a:cubicBezTo>
                  <a:cubicBezTo>
                    <a:pt x="240" y="43"/>
                    <a:pt x="232" y="50"/>
                    <a:pt x="226" y="58"/>
                  </a:cubicBezTo>
                  <a:cubicBezTo>
                    <a:pt x="223" y="62"/>
                    <a:pt x="219" y="65"/>
                    <a:pt x="215" y="67"/>
                  </a:cubicBezTo>
                  <a:cubicBezTo>
                    <a:pt x="213" y="68"/>
                    <a:pt x="212" y="69"/>
                    <a:pt x="211" y="70"/>
                  </a:cubicBezTo>
                  <a:cubicBezTo>
                    <a:pt x="202" y="79"/>
                    <a:pt x="194" y="87"/>
                    <a:pt x="186" y="95"/>
                  </a:cubicBezTo>
                  <a:cubicBezTo>
                    <a:pt x="184" y="97"/>
                    <a:pt x="183" y="99"/>
                    <a:pt x="185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6" name="Freeform 14"/>
            <p:cNvSpPr/>
            <p:nvPr/>
          </p:nvSpPr>
          <p:spPr bwMode="auto">
            <a:xfrm>
              <a:off x="9143222" y="3099837"/>
              <a:ext cx="797747" cy="506201"/>
            </a:xfrm>
            <a:custGeom>
              <a:avLst/>
              <a:gdLst>
                <a:gd name="T0" fmla="*/ 16 w 280"/>
                <a:gd name="T1" fmla="*/ 133 h 178"/>
                <a:gd name="T2" fmla="*/ 14 w 280"/>
                <a:gd name="T3" fmla="*/ 124 h 178"/>
                <a:gd name="T4" fmla="*/ 2 w 280"/>
                <a:gd name="T5" fmla="*/ 103 h 178"/>
                <a:gd name="T6" fmla="*/ 6 w 280"/>
                <a:gd name="T7" fmla="*/ 81 h 178"/>
                <a:gd name="T8" fmla="*/ 16 w 280"/>
                <a:gd name="T9" fmla="*/ 77 h 178"/>
                <a:gd name="T10" fmla="*/ 22 w 280"/>
                <a:gd name="T11" fmla="*/ 77 h 178"/>
                <a:gd name="T12" fmla="*/ 40 w 280"/>
                <a:gd name="T13" fmla="*/ 71 h 178"/>
                <a:gd name="T14" fmla="*/ 54 w 280"/>
                <a:gd name="T15" fmla="*/ 64 h 178"/>
                <a:gd name="T16" fmla="*/ 63 w 280"/>
                <a:gd name="T17" fmla="*/ 61 h 178"/>
                <a:gd name="T18" fmla="*/ 144 w 280"/>
                <a:gd name="T19" fmla="*/ 25 h 178"/>
                <a:gd name="T20" fmla="*/ 169 w 280"/>
                <a:gd name="T21" fmla="*/ 16 h 178"/>
                <a:gd name="T22" fmla="*/ 186 w 280"/>
                <a:gd name="T23" fmla="*/ 13 h 178"/>
                <a:gd name="T24" fmla="*/ 209 w 280"/>
                <a:gd name="T25" fmla="*/ 9 h 178"/>
                <a:gd name="T26" fmla="*/ 224 w 280"/>
                <a:gd name="T27" fmla="*/ 3 h 178"/>
                <a:gd name="T28" fmla="*/ 233 w 280"/>
                <a:gd name="T29" fmla="*/ 0 h 178"/>
                <a:gd name="T30" fmla="*/ 265 w 280"/>
                <a:gd name="T31" fmla="*/ 5 h 178"/>
                <a:gd name="T32" fmla="*/ 274 w 280"/>
                <a:gd name="T33" fmla="*/ 29 h 178"/>
                <a:gd name="T34" fmla="*/ 256 w 280"/>
                <a:gd name="T35" fmla="*/ 50 h 178"/>
                <a:gd name="T36" fmla="*/ 245 w 280"/>
                <a:gd name="T37" fmla="*/ 53 h 178"/>
                <a:gd name="T38" fmla="*/ 220 w 280"/>
                <a:gd name="T39" fmla="*/ 56 h 178"/>
                <a:gd name="T40" fmla="*/ 213 w 280"/>
                <a:gd name="T41" fmla="*/ 58 h 178"/>
                <a:gd name="T42" fmla="*/ 208 w 280"/>
                <a:gd name="T43" fmla="*/ 67 h 178"/>
                <a:gd name="T44" fmla="*/ 210 w 280"/>
                <a:gd name="T45" fmla="*/ 76 h 178"/>
                <a:gd name="T46" fmla="*/ 218 w 280"/>
                <a:gd name="T47" fmla="*/ 92 h 178"/>
                <a:gd name="T48" fmla="*/ 224 w 280"/>
                <a:gd name="T49" fmla="*/ 115 h 178"/>
                <a:gd name="T50" fmla="*/ 220 w 280"/>
                <a:gd name="T51" fmla="*/ 146 h 178"/>
                <a:gd name="T52" fmla="*/ 197 w 280"/>
                <a:gd name="T53" fmla="*/ 163 h 178"/>
                <a:gd name="T54" fmla="*/ 189 w 280"/>
                <a:gd name="T55" fmla="*/ 163 h 178"/>
                <a:gd name="T56" fmla="*/ 181 w 280"/>
                <a:gd name="T57" fmla="*/ 167 h 178"/>
                <a:gd name="T58" fmla="*/ 178 w 280"/>
                <a:gd name="T59" fmla="*/ 170 h 178"/>
                <a:gd name="T60" fmla="*/ 156 w 280"/>
                <a:gd name="T61" fmla="*/ 175 h 178"/>
                <a:gd name="T62" fmla="*/ 140 w 280"/>
                <a:gd name="T63" fmla="*/ 166 h 178"/>
                <a:gd name="T64" fmla="*/ 126 w 280"/>
                <a:gd name="T65" fmla="*/ 162 h 178"/>
                <a:gd name="T66" fmla="*/ 119 w 280"/>
                <a:gd name="T67" fmla="*/ 160 h 178"/>
                <a:gd name="T68" fmla="*/ 113 w 280"/>
                <a:gd name="T69" fmla="*/ 150 h 178"/>
                <a:gd name="T70" fmla="*/ 115 w 280"/>
                <a:gd name="T71" fmla="*/ 147 h 178"/>
                <a:gd name="T72" fmla="*/ 122 w 280"/>
                <a:gd name="T73" fmla="*/ 147 h 178"/>
                <a:gd name="T74" fmla="*/ 166 w 280"/>
                <a:gd name="T75" fmla="*/ 141 h 178"/>
                <a:gd name="T76" fmla="*/ 185 w 280"/>
                <a:gd name="T77" fmla="*/ 129 h 178"/>
                <a:gd name="T78" fmla="*/ 188 w 280"/>
                <a:gd name="T79" fmla="*/ 120 h 178"/>
                <a:gd name="T80" fmla="*/ 185 w 280"/>
                <a:gd name="T81" fmla="*/ 92 h 178"/>
                <a:gd name="T82" fmla="*/ 184 w 280"/>
                <a:gd name="T83" fmla="*/ 77 h 178"/>
                <a:gd name="T84" fmla="*/ 179 w 280"/>
                <a:gd name="T85" fmla="*/ 71 h 178"/>
                <a:gd name="T86" fmla="*/ 163 w 280"/>
                <a:gd name="T87" fmla="*/ 75 h 178"/>
                <a:gd name="T88" fmla="*/ 158 w 280"/>
                <a:gd name="T89" fmla="*/ 79 h 178"/>
                <a:gd name="T90" fmla="*/ 145 w 280"/>
                <a:gd name="T91" fmla="*/ 82 h 178"/>
                <a:gd name="T92" fmla="*/ 116 w 280"/>
                <a:gd name="T93" fmla="*/ 91 h 178"/>
                <a:gd name="T94" fmla="*/ 80 w 280"/>
                <a:gd name="T95" fmla="*/ 118 h 178"/>
                <a:gd name="T96" fmla="*/ 52 w 280"/>
                <a:gd name="T97" fmla="*/ 135 h 178"/>
                <a:gd name="T98" fmla="*/ 22 w 280"/>
                <a:gd name="T99" fmla="*/ 136 h 178"/>
                <a:gd name="T100" fmla="*/ 18 w 280"/>
                <a:gd name="T101" fmla="*/ 134 h 178"/>
                <a:gd name="T102" fmla="*/ 16 w 280"/>
                <a:gd name="T103" fmla="*/ 133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80" h="178">
                  <a:moveTo>
                    <a:pt x="16" y="133"/>
                  </a:moveTo>
                  <a:cubicBezTo>
                    <a:pt x="18" y="129"/>
                    <a:pt x="16" y="127"/>
                    <a:pt x="14" y="124"/>
                  </a:cubicBezTo>
                  <a:cubicBezTo>
                    <a:pt x="9" y="118"/>
                    <a:pt x="5" y="111"/>
                    <a:pt x="2" y="103"/>
                  </a:cubicBezTo>
                  <a:cubicBezTo>
                    <a:pt x="0" y="95"/>
                    <a:pt x="1" y="88"/>
                    <a:pt x="6" y="81"/>
                  </a:cubicBezTo>
                  <a:cubicBezTo>
                    <a:pt x="9" y="78"/>
                    <a:pt x="12" y="76"/>
                    <a:pt x="16" y="77"/>
                  </a:cubicBezTo>
                  <a:cubicBezTo>
                    <a:pt x="18" y="77"/>
                    <a:pt x="20" y="76"/>
                    <a:pt x="22" y="77"/>
                  </a:cubicBezTo>
                  <a:cubicBezTo>
                    <a:pt x="29" y="79"/>
                    <a:pt x="36" y="76"/>
                    <a:pt x="40" y="71"/>
                  </a:cubicBezTo>
                  <a:cubicBezTo>
                    <a:pt x="44" y="67"/>
                    <a:pt x="49" y="65"/>
                    <a:pt x="54" y="64"/>
                  </a:cubicBezTo>
                  <a:cubicBezTo>
                    <a:pt x="57" y="64"/>
                    <a:pt x="60" y="62"/>
                    <a:pt x="63" y="61"/>
                  </a:cubicBezTo>
                  <a:cubicBezTo>
                    <a:pt x="89" y="47"/>
                    <a:pt x="116" y="35"/>
                    <a:pt x="144" y="25"/>
                  </a:cubicBezTo>
                  <a:cubicBezTo>
                    <a:pt x="152" y="22"/>
                    <a:pt x="161" y="19"/>
                    <a:pt x="169" y="16"/>
                  </a:cubicBezTo>
                  <a:cubicBezTo>
                    <a:pt x="174" y="14"/>
                    <a:pt x="180" y="14"/>
                    <a:pt x="186" y="13"/>
                  </a:cubicBezTo>
                  <a:cubicBezTo>
                    <a:pt x="194" y="12"/>
                    <a:pt x="201" y="11"/>
                    <a:pt x="209" y="9"/>
                  </a:cubicBezTo>
                  <a:cubicBezTo>
                    <a:pt x="214" y="8"/>
                    <a:pt x="219" y="5"/>
                    <a:pt x="224" y="3"/>
                  </a:cubicBezTo>
                  <a:cubicBezTo>
                    <a:pt x="227" y="1"/>
                    <a:pt x="230" y="0"/>
                    <a:pt x="233" y="0"/>
                  </a:cubicBezTo>
                  <a:cubicBezTo>
                    <a:pt x="244" y="0"/>
                    <a:pt x="255" y="1"/>
                    <a:pt x="265" y="5"/>
                  </a:cubicBezTo>
                  <a:cubicBezTo>
                    <a:pt x="276" y="9"/>
                    <a:pt x="280" y="19"/>
                    <a:pt x="274" y="29"/>
                  </a:cubicBezTo>
                  <a:cubicBezTo>
                    <a:pt x="270" y="38"/>
                    <a:pt x="263" y="45"/>
                    <a:pt x="256" y="50"/>
                  </a:cubicBezTo>
                  <a:cubicBezTo>
                    <a:pt x="252" y="53"/>
                    <a:pt x="249" y="53"/>
                    <a:pt x="245" y="53"/>
                  </a:cubicBezTo>
                  <a:cubicBezTo>
                    <a:pt x="236" y="54"/>
                    <a:pt x="228" y="55"/>
                    <a:pt x="220" y="56"/>
                  </a:cubicBezTo>
                  <a:cubicBezTo>
                    <a:pt x="218" y="57"/>
                    <a:pt x="215" y="57"/>
                    <a:pt x="213" y="58"/>
                  </a:cubicBezTo>
                  <a:cubicBezTo>
                    <a:pt x="209" y="60"/>
                    <a:pt x="208" y="63"/>
                    <a:pt x="208" y="67"/>
                  </a:cubicBezTo>
                  <a:cubicBezTo>
                    <a:pt x="208" y="70"/>
                    <a:pt x="209" y="73"/>
                    <a:pt x="210" y="76"/>
                  </a:cubicBezTo>
                  <a:cubicBezTo>
                    <a:pt x="213" y="82"/>
                    <a:pt x="215" y="87"/>
                    <a:pt x="218" y="92"/>
                  </a:cubicBezTo>
                  <a:cubicBezTo>
                    <a:pt x="221" y="100"/>
                    <a:pt x="224" y="107"/>
                    <a:pt x="224" y="115"/>
                  </a:cubicBezTo>
                  <a:cubicBezTo>
                    <a:pt x="224" y="126"/>
                    <a:pt x="223" y="136"/>
                    <a:pt x="220" y="146"/>
                  </a:cubicBezTo>
                  <a:cubicBezTo>
                    <a:pt x="216" y="157"/>
                    <a:pt x="209" y="162"/>
                    <a:pt x="197" y="163"/>
                  </a:cubicBezTo>
                  <a:cubicBezTo>
                    <a:pt x="194" y="163"/>
                    <a:pt x="192" y="163"/>
                    <a:pt x="189" y="163"/>
                  </a:cubicBezTo>
                  <a:cubicBezTo>
                    <a:pt x="186" y="163"/>
                    <a:pt x="183" y="163"/>
                    <a:pt x="181" y="167"/>
                  </a:cubicBezTo>
                  <a:cubicBezTo>
                    <a:pt x="180" y="168"/>
                    <a:pt x="179" y="169"/>
                    <a:pt x="178" y="170"/>
                  </a:cubicBezTo>
                  <a:cubicBezTo>
                    <a:pt x="171" y="176"/>
                    <a:pt x="164" y="178"/>
                    <a:pt x="156" y="175"/>
                  </a:cubicBezTo>
                  <a:cubicBezTo>
                    <a:pt x="151" y="172"/>
                    <a:pt x="145" y="169"/>
                    <a:pt x="140" y="166"/>
                  </a:cubicBezTo>
                  <a:cubicBezTo>
                    <a:pt x="136" y="163"/>
                    <a:pt x="132" y="162"/>
                    <a:pt x="126" y="162"/>
                  </a:cubicBezTo>
                  <a:cubicBezTo>
                    <a:pt x="124" y="162"/>
                    <a:pt x="121" y="163"/>
                    <a:pt x="119" y="160"/>
                  </a:cubicBezTo>
                  <a:cubicBezTo>
                    <a:pt x="116" y="157"/>
                    <a:pt x="114" y="154"/>
                    <a:pt x="113" y="150"/>
                  </a:cubicBezTo>
                  <a:cubicBezTo>
                    <a:pt x="112" y="148"/>
                    <a:pt x="113" y="147"/>
                    <a:pt x="115" y="147"/>
                  </a:cubicBezTo>
                  <a:cubicBezTo>
                    <a:pt x="117" y="147"/>
                    <a:pt x="120" y="147"/>
                    <a:pt x="122" y="147"/>
                  </a:cubicBezTo>
                  <a:cubicBezTo>
                    <a:pt x="137" y="148"/>
                    <a:pt x="152" y="146"/>
                    <a:pt x="166" y="141"/>
                  </a:cubicBezTo>
                  <a:cubicBezTo>
                    <a:pt x="173" y="138"/>
                    <a:pt x="179" y="134"/>
                    <a:pt x="185" y="129"/>
                  </a:cubicBezTo>
                  <a:cubicBezTo>
                    <a:pt x="188" y="126"/>
                    <a:pt x="189" y="123"/>
                    <a:pt x="188" y="120"/>
                  </a:cubicBezTo>
                  <a:cubicBezTo>
                    <a:pt x="187" y="111"/>
                    <a:pt x="186" y="102"/>
                    <a:pt x="185" y="92"/>
                  </a:cubicBezTo>
                  <a:cubicBezTo>
                    <a:pt x="184" y="87"/>
                    <a:pt x="184" y="82"/>
                    <a:pt x="184" y="77"/>
                  </a:cubicBezTo>
                  <a:cubicBezTo>
                    <a:pt x="184" y="73"/>
                    <a:pt x="183" y="71"/>
                    <a:pt x="179" y="71"/>
                  </a:cubicBezTo>
                  <a:cubicBezTo>
                    <a:pt x="173" y="70"/>
                    <a:pt x="168" y="70"/>
                    <a:pt x="163" y="75"/>
                  </a:cubicBezTo>
                  <a:cubicBezTo>
                    <a:pt x="162" y="76"/>
                    <a:pt x="160" y="77"/>
                    <a:pt x="158" y="79"/>
                  </a:cubicBezTo>
                  <a:cubicBezTo>
                    <a:pt x="154" y="81"/>
                    <a:pt x="150" y="83"/>
                    <a:pt x="145" y="82"/>
                  </a:cubicBezTo>
                  <a:cubicBezTo>
                    <a:pt x="134" y="82"/>
                    <a:pt x="124" y="85"/>
                    <a:pt x="116" y="91"/>
                  </a:cubicBezTo>
                  <a:cubicBezTo>
                    <a:pt x="104" y="100"/>
                    <a:pt x="92" y="109"/>
                    <a:pt x="80" y="118"/>
                  </a:cubicBezTo>
                  <a:cubicBezTo>
                    <a:pt x="71" y="124"/>
                    <a:pt x="62" y="131"/>
                    <a:pt x="52" y="135"/>
                  </a:cubicBezTo>
                  <a:cubicBezTo>
                    <a:pt x="42" y="139"/>
                    <a:pt x="32" y="140"/>
                    <a:pt x="22" y="136"/>
                  </a:cubicBezTo>
                  <a:cubicBezTo>
                    <a:pt x="20" y="136"/>
                    <a:pt x="19" y="135"/>
                    <a:pt x="18" y="134"/>
                  </a:cubicBezTo>
                  <a:cubicBezTo>
                    <a:pt x="17" y="134"/>
                    <a:pt x="17" y="134"/>
                    <a:pt x="16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7" name="Freeform 15"/>
            <p:cNvSpPr/>
            <p:nvPr/>
          </p:nvSpPr>
          <p:spPr bwMode="auto">
            <a:xfrm>
              <a:off x="6548140" y="2449465"/>
              <a:ext cx="605519" cy="323584"/>
            </a:xfrm>
            <a:custGeom>
              <a:avLst/>
              <a:gdLst>
                <a:gd name="T0" fmla="*/ 197 w 212"/>
                <a:gd name="T1" fmla="*/ 0 h 114"/>
                <a:gd name="T2" fmla="*/ 205 w 212"/>
                <a:gd name="T3" fmla="*/ 0 h 114"/>
                <a:gd name="T4" fmla="*/ 211 w 212"/>
                <a:gd name="T5" fmla="*/ 9 h 114"/>
                <a:gd name="T6" fmla="*/ 191 w 212"/>
                <a:gd name="T7" fmla="*/ 29 h 114"/>
                <a:gd name="T8" fmla="*/ 187 w 212"/>
                <a:gd name="T9" fmla="*/ 29 h 114"/>
                <a:gd name="T10" fmla="*/ 174 w 212"/>
                <a:gd name="T11" fmla="*/ 33 h 114"/>
                <a:gd name="T12" fmla="*/ 132 w 212"/>
                <a:gd name="T13" fmla="*/ 67 h 114"/>
                <a:gd name="T14" fmla="*/ 109 w 212"/>
                <a:gd name="T15" fmla="*/ 91 h 114"/>
                <a:gd name="T16" fmla="*/ 71 w 212"/>
                <a:gd name="T17" fmla="*/ 112 h 114"/>
                <a:gd name="T18" fmla="*/ 40 w 212"/>
                <a:gd name="T19" fmla="*/ 108 h 114"/>
                <a:gd name="T20" fmla="*/ 9 w 212"/>
                <a:gd name="T21" fmla="*/ 90 h 114"/>
                <a:gd name="T22" fmla="*/ 8 w 212"/>
                <a:gd name="T23" fmla="*/ 89 h 114"/>
                <a:gd name="T24" fmla="*/ 11 w 212"/>
                <a:gd name="T25" fmla="*/ 64 h 114"/>
                <a:gd name="T26" fmla="*/ 15 w 212"/>
                <a:gd name="T27" fmla="*/ 62 h 114"/>
                <a:gd name="T28" fmla="*/ 114 w 212"/>
                <a:gd name="T29" fmla="*/ 23 h 114"/>
                <a:gd name="T30" fmla="*/ 130 w 212"/>
                <a:gd name="T31" fmla="*/ 18 h 114"/>
                <a:gd name="T32" fmla="*/ 164 w 212"/>
                <a:gd name="T33" fmla="*/ 7 h 114"/>
                <a:gd name="T34" fmla="*/ 197 w 212"/>
                <a:gd name="T35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2" h="114">
                  <a:moveTo>
                    <a:pt x="197" y="0"/>
                  </a:moveTo>
                  <a:cubicBezTo>
                    <a:pt x="199" y="0"/>
                    <a:pt x="202" y="0"/>
                    <a:pt x="205" y="0"/>
                  </a:cubicBezTo>
                  <a:cubicBezTo>
                    <a:pt x="209" y="1"/>
                    <a:pt x="212" y="5"/>
                    <a:pt x="211" y="9"/>
                  </a:cubicBezTo>
                  <a:cubicBezTo>
                    <a:pt x="207" y="18"/>
                    <a:pt x="200" y="25"/>
                    <a:pt x="191" y="29"/>
                  </a:cubicBezTo>
                  <a:cubicBezTo>
                    <a:pt x="189" y="29"/>
                    <a:pt x="188" y="29"/>
                    <a:pt x="187" y="29"/>
                  </a:cubicBezTo>
                  <a:cubicBezTo>
                    <a:pt x="182" y="28"/>
                    <a:pt x="178" y="30"/>
                    <a:pt x="174" y="33"/>
                  </a:cubicBezTo>
                  <a:cubicBezTo>
                    <a:pt x="158" y="43"/>
                    <a:pt x="144" y="54"/>
                    <a:pt x="132" y="67"/>
                  </a:cubicBezTo>
                  <a:cubicBezTo>
                    <a:pt x="124" y="75"/>
                    <a:pt x="116" y="83"/>
                    <a:pt x="109" y="91"/>
                  </a:cubicBezTo>
                  <a:cubicBezTo>
                    <a:pt x="99" y="102"/>
                    <a:pt x="86" y="110"/>
                    <a:pt x="71" y="112"/>
                  </a:cubicBezTo>
                  <a:cubicBezTo>
                    <a:pt x="61" y="114"/>
                    <a:pt x="50" y="112"/>
                    <a:pt x="40" y="108"/>
                  </a:cubicBezTo>
                  <a:cubicBezTo>
                    <a:pt x="29" y="104"/>
                    <a:pt x="19" y="98"/>
                    <a:pt x="9" y="90"/>
                  </a:cubicBezTo>
                  <a:cubicBezTo>
                    <a:pt x="9" y="90"/>
                    <a:pt x="9" y="89"/>
                    <a:pt x="8" y="89"/>
                  </a:cubicBezTo>
                  <a:cubicBezTo>
                    <a:pt x="0" y="81"/>
                    <a:pt x="2" y="70"/>
                    <a:pt x="11" y="64"/>
                  </a:cubicBezTo>
                  <a:cubicBezTo>
                    <a:pt x="12" y="63"/>
                    <a:pt x="14" y="63"/>
                    <a:pt x="15" y="62"/>
                  </a:cubicBezTo>
                  <a:cubicBezTo>
                    <a:pt x="48" y="49"/>
                    <a:pt x="81" y="36"/>
                    <a:pt x="114" y="23"/>
                  </a:cubicBezTo>
                  <a:cubicBezTo>
                    <a:pt x="119" y="21"/>
                    <a:pt x="125" y="19"/>
                    <a:pt x="130" y="18"/>
                  </a:cubicBezTo>
                  <a:cubicBezTo>
                    <a:pt x="142" y="15"/>
                    <a:pt x="153" y="12"/>
                    <a:pt x="164" y="7"/>
                  </a:cubicBezTo>
                  <a:cubicBezTo>
                    <a:pt x="175" y="2"/>
                    <a:pt x="186" y="0"/>
                    <a:pt x="19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8" name="Freeform 16"/>
            <p:cNvSpPr/>
            <p:nvPr/>
          </p:nvSpPr>
          <p:spPr bwMode="auto">
            <a:xfrm>
              <a:off x="6746776" y="2048989"/>
              <a:ext cx="323584" cy="358826"/>
            </a:xfrm>
            <a:custGeom>
              <a:avLst/>
              <a:gdLst>
                <a:gd name="T0" fmla="*/ 114 w 114"/>
                <a:gd name="T1" fmla="*/ 70 h 126"/>
                <a:gd name="T2" fmla="*/ 101 w 114"/>
                <a:gd name="T3" fmla="*/ 91 h 126"/>
                <a:gd name="T4" fmla="*/ 78 w 114"/>
                <a:gd name="T5" fmla="*/ 97 h 126"/>
                <a:gd name="T6" fmla="*/ 58 w 114"/>
                <a:gd name="T7" fmla="*/ 106 h 126"/>
                <a:gd name="T8" fmla="*/ 40 w 114"/>
                <a:gd name="T9" fmla="*/ 121 h 126"/>
                <a:gd name="T10" fmla="*/ 31 w 114"/>
                <a:gd name="T11" fmla="*/ 125 h 126"/>
                <a:gd name="T12" fmla="*/ 23 w 114"/>
                <a:gd name="T13" fmla="*/ 122 h 126"/>
                <a:gd name="T14" fmla="*/ 23 w 114"/>
                <a:gd name="T15" fmla="*/ 112 h 126"/>
                <a:gd name="T16" fmla="*/ 26 w 114"/>
                <a:gd name="T17" fmla="*/ 68 h 126"/>
                <a:gd name="T18" fmla="*/ 16 w 114"/>
                <a:gd name="T19" fmla="*/ 50 h 126"/>
                <a:gd name="T20" fmla="*/ 11 w 114"/>
                <a:gd name="T21" fmla="*/ 39 h 126"/>
                <a:gd name="T22" fmla="*/ 3 w 114"/>
                <a:gd name="T23" fmla="*/ 21 h 126"/>
                <a:gd name="T24" fmla="*/ 3 w 114"/>
                <a:gd name="T25" fmla="*/ 6 h 126"/>
                <a:gd name="T26" fmla="*/ 12 w 114"/>
                <a:gd name="T27" fmla="*/ 0 h 126"/>
                <a:gd name="T28" fmla="*/ 18 w 114"/>
                <a:gd name="T29" fmla="*/ 1 h 126"/>
                <a:gd name="T30" fmla="*/ 50 w 114"/>
                <a:gd name="T31" fmla="*/ 12 h 126"/>
                <a:gd name="T32" fmla="*/ 86 w 114"/>
                <a:gd name="T33" fmla="*/ 31 h 126"/>
                <a:gd name="T34" fmla="*/ 106 w 114"/>
                <a:gd name="T35" fmla="*/ 48 h 126"/>
                <a:gd name="T36" fmla="*/ 114 w 114"/>
                <a:gd name="T37" fmla="*/ 7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26">
                  <a:moveTo>
                    <a:pt x="114" y="70"/>
                  </a:moveTo>
                  <a:cubicBezTo>
                    <a:pt x="114" y="79"/>
                    <a:pt x="109" y="86"/>
                    <a:pt x="101" y="91"/>
                  </a:cubicBezTo>
                  <a:cubicBezTo>
                    <a:pt x="94" y="95"/>
                    <a:pt x="86" y="97"/>
                    <a:pt x="78" y="97"/>
                  </a:cubicBezTo>
                  <a:cubicBezTo>
                    <a:pt x="64" y="97"/>
                    <a:pt x="66" y="98"/>
                    <a:pt x="58" y="106"/>
                  </a:cubicBezTo>
                  <a:cubicBezTo>
                    <a:pt x="52" y="111"/>
                    <a:pt x="46" y="116"/>
                    <a:pt x="40" y="121"/>
                  </a:cubicBezTo>
                  <a:cubicBezTo>
                    <a:pt x="38" y="123"/>
                    <a:pt x="35" y="124"/>
                    <a:pt x="31" y="125"/>
                  </a:cubicBezTo>
                  <a:cubicBezTo>
                    <a:pt x="28" y="126"/>
                    <a:pt x="25" y="125"/>
                    <a:pt x="23" y="122"/>
                  </a:cubicBezTo>
                  <a:cubicBezTo>
                    <a:pt x="22" y="118"/>
                    <a:pt x="21" y="115"/>
                    <a:pt x="23" y="112"/>
                  </a:cubicBezTo>
                  <a:cubicBezTo>
                    <a:pt x="33" y="98"/>
                    <a:pt x="33" y="83"/>
                    <a:pt x="26" y="68"/>
                  </a:cubicBezTo>
                  <a:cubicBezTo>
                    <a:pt x="23" y="61"/>
                    <a:pt x="19" y="56"/>
                    <a:pt x="16" y="50"/>
                  </a:cubicBezTo>
                  <a:cubicBezTo>
                    <a:pt x="14" y="46"/>
                    <a:pt x="12" y="43"/>
                    <a:pt x="11" y="39"/>
                  </a:cubicBezTo>
                  <a:cubicBezTo>
                    <a:pt x="9" y="33"/>
                    <a:pt x="7" y="27"/>
                    <a:pt x="3" y="21"/>
                  </a:cubicBezTo>
                  <a:cubicBezTo>
                    <a:pt x="0" y="17"/>
                    <a:pt x="0" y="12"/>
                    <a:pt x="3" y="6"/>
                  </a:cubicBezTo>
                  <a:cubicBezTo>
                    <a:pt x="5" y="2"/>
                    <a:pt x="8" y="0"/>
                    <a:pt x="12" y="0"/>
                  </a:cubicBezTo>
                  <a:cubicBezTo>
                    <a:pt x="14" y="0"/>
                    <a:pt x="16" y="1"/>
                    <a:pt x="18" y="1"/>
                  </a:cubicBezTo>
                  <a:cubicBezTo>
                    <a:pt x="29" y="3"/>
                    <a:pt x="40" y="7"/>
                    <a:pt x="50" y="12"/>
                  </a:cubicBezTo>
                  <a:cubicBezTo>
                    <a:pt x="62" y="19"/>
                    <a:pt x="74" y="25"/>
                    <a:pt x="86" y="31"/>
                  </a:cubicBezTo>
                  <a:cubicBezTo>
                    <a:pt x="94" y="36"/>
                    <a:pt x="101" y="41"/>
                    <a:pt x="106" y="48"/>
                  </a:cubicBezTo>
                  <a:cubicBezTo>
                    <a:pt x="111" y="54"/>
                    <a:pt x="114" y="61"/>
                    <a:pt x="114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9216909" y="2378981"/>
              <a:ext cx="317177" cy="429310"/>
            </a:xfrm>
            <a:custGeom>
              <a:avLst/>
              <a:gdLst>
                <a:gd name="T0" fmla="*/ 111 w 111"/>
                <a:gd name="T1" fmla="*/ 118 h 150"/>
                <a:gd name="T2" fmla="*/ 108 w 111"/>
                <a:gd name="T3" fmla="*/ 125 h 150"/>
                <a:gd name="T4" fmla="*/ 94 w 111"/>
                <a:gd name="T5" fmla="*/ 142 h 150"/>
                <a:gd name="T6" fmla="*/ 80 w 111"/>
                <a:gd name="T7" fmla="*/ 149 h 150"/>
                <a:gd name="T8" fmla="*/ 72 w 111"/>
                <a:gd name="T9" fmla="*/ 144 h 150"/>
                <a:gd name="T10" fmla="*/ 66 w 111"/>
                <a:gd name="T11" fmla="*/ 117 h 150"/>
                <a:gd name="T12" fmla="*/ 59 w 111"/>
                <a:gd name="T13" fmla="*/ 90 h 150"/>
                <a:gd name="T14" fmla="*/ 50 w 111"/>
                <a:gd name="T15" fmla="*/ 75 h 150"/>
                <a:gd name="T16" fmla="*/ 19 w 111"/>
                <a:gd name="T17" fmla="*/ 40 h 150"/>
                <a:gd name="T18" fmla="*/ 6 w 111"/>
                <a:gd name="T19" fmla="*/ 27 h 150"/>
                <a:gd name="T20" fmla="*/ 0 w 111"/>
                <a:gd name="T21" fmla="*/ 10 h 150"/>
                <a:gd name="T22" fmla="*/ 0 w 111"/>
                <a:gd name="T23" fmla="*/ 8 h 150"/>
                <a:gd name="T24" fmla="*/ 9 w 111"/>
                <a:gd name="T25" fmla="*/ 2 h 150"/>
                <a:gd name="T26" fmla="*/ 18 w 111"/>
                <a:gd name="T27" fmla="*/ 7 h 150"/>
                <a:gd name="T28" fmla="*/ 27 w 111"/>
                <a:gd name="T29" fmla="*/ 15 h 150"/>
                <a:gd name="T30" fmla="*/ 44 w 111"/>
                <a:gd name="T31" fmla="*/ 26 h 150"/>
                <a:gd name="T32" fmla="*/ 85 w 111"/>
                <a:gd name="T33" fmla="*/ 57 h 150"/>
                <a:gd name="T34" fmla="*/ 110 w 111"/>
                <a:gd name="T35" fmla="*/ 114 h 150"/>
                <a:gd name="T36" fmla="*/ 110 w 111"/>
                <a:gd name="T37" fmla="*/ 117 h 150"/>
                <a:gd name="T38" fmla="*/ 111 w 111"/>
                <a:gd name="T39" fmla="*/ 118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1" h="150">
                  <a:moveTo>
                    <a:pt x="111" y="118"/>
                  </a:moveTo>
                  <a:cubicBezTo>
                    <a:pt x="110" y="120"/>
                    <a:pt x="109" y="123"/>
                    <a:pt x="108" y="125"/>
                  </a:cubicBezTo>
                  <a:cubicBezTo>
                    <a:pt x="103" y="131"/>
                    <a:pt x="99" y="136"/>
                    <a:pt x="94" y="142"/>
                  </a:cubicBezTo>
                  <a:cubicBezTo>
                    <a:pt x="90" y="146"/>
                    <a:pt x="86" y="148"/>
                    <a:pt x="80" y="149"/>
                  </a:cubicBezTo>
                  <a:cubicBezTo>
                    <a:pt x="75" y="150"/>
                    <a:pt x="73" y="149"/>
                    <a:pt x="72" y="144"/>
                  </a:cubicBezTo>
                  <a:cubicBezTo>
                    <a:pt x="70" y="135"/>
                    <a:pt x="68" y="126"/>
                    <a:pt x="66" y="117"/>
                  </a:cubicBezTo>
                  <a:cubicBezTo>
                    <a:pt x="64" y="108"/>
                    <a:pt x="63" y="99"/>
                    <a:pt x="59" y="90"/>
                  </a:cubicBezTo>
                  <a:cubicBezTo>
                    <a:pt x="57" y="85"/>
                    <a:pt x="54" y="80"/>
                    <a:pt x="50" y="75"/>
                  </a:cubicBezTo>
                  <a:cubicBezTo>
                    <a:pt x="40" y="63"/>
                    <a:pt x="29" y="51"/>
                    <a:pt x="19" y="40"/>
                  </a:cubicBezTo>
                  <a:cubicBezTo>
                    <a:pt x="15" y="35"/>
                    <a:pt x="11" y="31"/>
                    <a:pt x="6" y="27"/>
                  </a:cubicBezTo>
                  <a:cubicBezTo>
                    <a:pt x="1" y="22"/>
                    <a:pt x="0" y="17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2" y="1"/>
                    <a:pt x="3" y="0"/>
                    <a:pt x="9" y="2"/>
                  </a:cubicBezTo>
                  <a:cubicBezTo>
                    <a:pt x="12" y="4"/>
                    <a:pt x="15" y="5"/>
                    <a:pt x="18" y="7"/>
                  </a:cubicBezTo>
                  <a:cubicBezTo>
                    <a:pt x="21" y="10"/>
                    <a:pt x="24" y="12"/>
                    <a:pt x="27" y="15"/>
                  </a:cubicBezTo>
                  <a:cubicBezTo>
                    <a:pt x="32" y="20"/>
                    <a:pt x="38" y="24"/>
                    <a:pt x="44" y="26"/>
                  </a:cubicBezTo>
                  <a:cubicBezTo>
                    <a:pt x="61" y="33"/>
                    <a:pt x="74" y="43"/>
                    <a:pt x="85" y="57"/>
                  </a:cubicBezTo>
                  <a:cubicBezTo>
                    <a:pt x="98" y="73"/>
                    <a:pt x="107" y="92"/>
                    <a:pt x="110" y="114"/>
                  </a:cubicBezTo>
                  <a:cubicBezTo>
                    <a:pt x="110" y="115"/>
                    <a:pt x="110" y="116"/>
                    <a:pt x="110" y="117"/>
                  </a:cubicBezTo>
                  <a:cubicBezTo>
                    <a:pt x="110" y="117"/>
                    <a:pt x="110" y="118"/>
                    <a:pt x="111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0" name="Freeform 26"/>
            <p:cNvSpPr/>
            <p:nvPr/>
          </p:nvSpPr>
          <p:spPr bwMode="auto">
            <a:xfrm>
              <a:off x="7022303" y="3189544"/>
              <a:ext cx="230674" cy="281935"/>
            </a:xfrm>
            <a:custGeom>
              <a:avLst/>
              <a:gdLst>
                <a:gd name="T0" fmla="*/ 0 w 81"/>
                <a:gd name="T1" fmla="*/ 18 h 99"/>
                <a:gd name="T2" fmla="*/ 1 w 81"/>
                <a:gd name="T3" fmla="*/ 9 h 99"/>
                <a:gd name="T4" fmla="*/ 11 w 81"/>
                <a:gd name="T5" fmla="*/ 1 h 99"/>
                <a:gd name="T6" fmla="*/ 50 w 81"/>
                <a:gd name="T7" fmla="*/ 12 h 99"/>
                <a:gd name="T8" fmla="*/ 78 w 81"/>
                <a:gd name="T9" fmla="*/ 44 h 99"/>
                <a:gd name="T10" fmla="*/ 80 w 81"/>
                <a:gd name="T11" fmla="*/ 51 h 99"/>
                <a:gd name="T12" fmla="*/ 77 w 81"/>
                <a:gd name="T13" fmla="*/ 79 h 99"/>
                <a:gd name="T14" fmla="*/ 43 w 81"/>
                <a:gd name="T15" fmla="*/ 92 h 99"/>
                <a:gd name="T16" fmla="*/ 30 w 81"/>
                <a:gd name="T17" fmla="*/ 81 h 99"/>
                <a:gd name="T18" fmla="*/ 12 w 81"/>
                <a:gd name="T19" fmla="*/ 60 h 99"/>
                <a:gd name="T20" fmla="*/ 1 w 81"/>
                <a:gd name="T21" fmla="*/ 24 h 99"/>
                <a:gd name="T22" fmla="*/ 1 w 81"/>
                <a:gd name="T23" fmla="*/ 18 h 99"/>
                <a:gd name="T24" fmla="*/ 0 w 81"/>
                <a:gd name="T25" fmla="*/ 1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99">
                  <a:moveTo>
                    <a:pt x="0" y="18"/>
                  </a:moveTo>
                  <a:cubicBezTo>
                    <a:pt x="1" y="15"/>
                    <a:pt x="1" y="12"/>
                    <a:pt x="1" y="9"/>
                  </a:cubicBezTo>
                  <a:cubicBezTo>
                    <a:pt x="2" y="4"/>
                    <a:pt x="5" y="1"/>
                    <a:pt x="11" y="1"/>
                  </a:cubicBezTo>
                  <a:cubicBezTo>
                    <a:pt x="25" y="0"/>
                    <a:pt x="39" y="2"/>
                    <a:pt x="50" y="12"/>
                  </a:cubicBezTo>
                  <a:cubicBezTo>
                    <a:pt x="62" y="21"/>
                    <a:pt x="70" y="32"/>
                    <a:pt x="78" y="44"/>
                  </a:cubicBezTo>
                  <a:cubicBezTo>
                    <a:pt x="79" y="46"/>
                    <a:pt x="80" y="49"/>
                    <a:pt x="80" y="51"/>
                  </a:cubicBezTo>
                  <a:cubicBezTo>
                    <a:pt x="81" y="61"/>
                    <a:pt x="80" y="70"/>
                    <a:pt x="77" y="79"/>
                  </a:cubicBezTo>
                  <a:cubicBezTo>
                    <a:pt x="74" y="89"/>
                    <a:pt x="57" y="99"/>
                    <a:pt x="43" y="92"/>
                  </a:cubicBezTo>
                  <a:cubicBezTo>
                    <a:pt x="38" y="89"/>
                    <a:pt x="33" y="86"/>
                    <a:pt x="30" y="81"/>
                  </a:cubicBezTo>
                  <a:cubicBezTo>
                    <a:pt x="24" y="74"/>
                    <a:pt x="18" y="67"/>
                    <a:pt x="12" y="60"/>
                  </a:cubicBezTo>
                  <a:cubicBezTo>
                    <a:pt x="4" y="49"/>
                    <a:pt x="2" y="37"/>
                    <a:pt x="1" y="24"/>
                  </a:cubicBezTo>
                  <a:cubicBezTo>
                    <a:pt x="1" y="22"/>
                    <a:pt x="1" y="20"/>
                    <a:pt x="1" y="18"/>
                  </a:cubicBezTo>
                  <a:cubicBezTo>
                    <a:pt x="1" y="18"/>
                    <a:pt x="1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1" name="Freeform 28"/>
            <p:cNvSpPr/>
            <p:nvPr/>
          </p:nvSpPr>
          <p:spPr bwMode="auto">
            <a:xfrm>
              <a:off x="8502460" y="3122264"/>
              <a:ext cx="246693" cy="285139"/>
            </a:xfrm>
            <a:custGeom>
              <a:avLst/>
              <a:gdLst>
                <a:gd name="T0" fmla="*/ 38 w 87"/>
                <a:gd name="T1" fmla="*/ 100 h 100"/>
                <a:gd name="T2" fmla="*/ 27 w 87"/>
                <a:gd name="T3" fmla="*/ 98 h 100"/>
                <a:gd name="T4" fmla="*/ 22 w 87"/>
                <a:gd name="T5" fmla="*/ 91 h 100"/>
                <a:gd name="T6" fmla="*/ 17 w 87"/>
                <a:gd name="T7" fmla="*/ 65 h 100"/>
                <a:gd name="T8" fmla="*/ 1 w 87"/>
                <a:gd name="T9" fmla="*/ 16 h 100"/>
                <a:gd name="T10" fmla="*/ 0 w 87"/>
                <a:gd name="T11" fmla="*/ 4 h 100"/>
                <a:gd name="T12" fmla="*/ 4 w 87"/>
                <a:gd name="T13" fmla="*/ 0 h 100"/>
                <a:gd name="T14" fmla="*/ 12 w 87"/>
                <a:gd name="T15" fmla="*/ 0 h 100"/>
                <a:gd name="T16" fmla="*/ 20 w 87"/>
                <a:gd name="T17" fmla="*/ 4 h 100"/>
                <a:gd name="T18" fmla="*/ 31 w 87"/>
                <a:gd name="T19" fmla="*/ 12 h 100"/>
                <a:gd name="T20" fmla="*/ 65 w 87"/>
                <a:gd name="T21" fmla="*/ 41 h 100"/>
                <a:gd name="T22" fmla="*/ 78 w 87"/>
                <a:gd name="T23" fmla="*/ 56 h 100"/>
                <a:gd name="T24" fmla="*/ 73 w 87"/>
                <a:gd name="T25" fmla="*/ 87 h 100"/>
                <a:gd name="T26" fmla="*/ 38 w 87"/>
                <a:gd name="T2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00">
                  <a:moveTo>
                    <a:pt x="38" y="100"/>
                  </a:moveTo>
                  <a:cubicBezTo>
                    <a:pt x="34" y="99"/>
                    <a:pt x="31" y="99"/>
                    <a:pt x="27" y="98"/>
                  </a:cubicBezTo>
                  <a:cubicBezTo>
                    <a:pt x="24" y="97"/>
                    <a:pt x="22" y="94"/>
                    <a:pt x="22" y="91"/>
                  </a:cubicBezTo>
                  <a:cubicBezTo>
                    <a:pt x="23" y="81"/>
                    <a:pt x="20" y="73"/>
                    <a:pt x="17" y="65"/>
                  </a:cubicBezTo>
                  <a:cubicBezTo>
                    <a:pt x="11" y="49"/>
                    <a:pt x="4" y="33"/>
                    <a:pt x="1" y="16"/>
                  </a:cubicBezTo>
                  <a:cubicBezTo>
                    <a:pt x="0" y="12"/>
                    <a:pt x="0" y="8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10" y="0"/>
                    <a:pt x="12" y="0"/>
                  </a:cubicBezTo>
                  <a:cubicBezTo>
                    <a:pt x="15" y="1"/>
                    <a:pt x="18" y="2"/>
                    <a:pt x="20" y="4"/>
                  </a:cubicBezTo>
                  <a:cubicBezTo>
                    <a:pt x="24" y="7"/>
                    <a:pt x="28" y="9"/>
                    <a:pt x="31" y="12"/>
                  </a:cubicBezTo>
                  <a:cubicBezTo>
                    <a:pt x="42" y="22"/>
                    <a:pt x="54" y="31"/>
                    <a:pt x="65" y="41"/>
                  </a:cubicBezTo>
                  <a:cubicBezTo>
                    <a:pt x="70" y="45"/>
                    <a:pt x="74" y="51"/>
                    <a:pt x="78" y="56"/>
                  </a:cubicBezTo>
                  <a:cubicBezTo>
                    <a:pt x="87" y="69"/>
                    <a:pt x="85" y="78"/>
                    <a:pt x="73" y="87"/>
                  </a:cubicBezTo>
                  <a:cubicBezTo>
                    <a:pt x="64" y="95"/>
                    <a:pt x="50" y="100"/>
                    <a:pt x="38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42" name="Freeform 36"/>
            <p:cNvSpPr/>
            <p:nvPr/>
          </p:nvSpPr>
          <p:spPr bwMode="auto">
            <a:xfrm>
              <a:off x="9207298" y="2724992"/>
              <a:ext cx="128152" cy="246693"/>
            </a:xfrm>
            <a:custGeom>
              <a:avLst/>
              <a:gdLst>
                <a:gd name="T0" fmla="*/ 6 w 44"/>
                <a:gd name="T1" fmla="*/ 57 h 87"/>
                <a:gd name="T2" fmla="*/ 2 w 44"/>
                <a:gd name="T3" fmla="*/ 8 h 87"/>
                <a:gd name="T4" fmla="*/ 3 w 44"/>
                <a:gd name="T5" fmla="*/ 2 h 87"/>
                <a:gd name="T6" fmla="*/ 10 w 44"/>
                <a:gd name="T7" fmla="*/ 2 h 87"/>
                <a:gd name="T8" fmla="*/ 15 w 44"/>
                <a:gd name="T9" fmla="*/ 6 h 87"/>
                <a:gd name="T10" fmla="*/ 29 w 44"/>
                <a:gd name="T11" fmla="*/ 22 h 87"/>
                <a:gd name="T12" fmla="*/ 39 w 44"/>
                <a:gd name="T13" fmla="*/ 36 h 87"/>
                <a:gd name="T14" fmla="*/ 43 w 44"/>
                <a:gd name="T15" fmla="*/ 52 h 87"/>
                <a:gd name="T16" fmla="*/ 38 w 44"/>
                <a:gd name="T17" fmla="*/ 74 h 87"/>
                <a:gd name="T18" fmla="*/ 16 w 44"/>
                <a:gd name="T19" fmla="*/ 87 h 87"/>
                <a:gd name="T20" fmla="*/ 8 w 44"/>
                <a:gd name="T21" fmla="*/ 81 h 87"/>
                <a:gd name="T22" fmla="*/ 6 w 44"/>
                <a:gd name="T23" fmla="*/ 65 h 87"/>
                <a:gd name="T24" fmla="*/ 6 w 44"/>
                <a:gd name="T25" fmla="*/ 5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87">
                  <a:moveTo>
                    <a:pt x="6" y="57"/>
                  </a:moveTo>
                  <a:cubicBezTo>
                    <a:pt x="7" y="39"/>
                    <a:pt x="5" y="23"/>
                    <a:pt x="2" y="8"/>
                  </a:cubicBezTo>
                  <a:cubicBezTo>
                    <a:pt x="1" y="6"/>
                    <a:pt x="0" y="3"/>
                    <a:pt x="3" y="2"/>
                  </a:cubicBezTo>
                  <a:cubicBezTo>
                    <a:pt x="5" y="0"/>
                    <a:pt x="7" y="0"/>
                    <a:pt x="10" y="2"/>
                  </a:cubicBezTo>
                  <a:cubicBezTo>
                    <a:pt x="12" y="3"/>
                    <a:pt x="14" y="4"/>
                    <a:pt x="15" y="6"/>
                  </a:cubicBezTo>
                  <a:cubicBezTo>
                    <a:pt x="20" y="11"/>
                    <a:pt x="25" y="17"/>
                    <a:pt x="29" y="22"/>
                  </a:cubicBezTo>
                  <a:cubicBezTo>
                    <a:pt x="33" y="27"/>
                    <a:pt x="36" y="32"/>
                    <a:pt x="39" y="36"/>
                  </a:cubicBezTo>
                  <a:cubicBezTo>
                    <a:pt x="42" y="41"/>
                    <a:pt x="44" y="46"/>
                    <a:pt x="43" y="52"/>
                  </a:cubicBezTo>
                  <a:cubicBezTo>
                    <a:pt x="42" y="59"/>
                    <a:pt x="41" y="67"/>
                    <a:pt x="38" y="74"/>
                  </a:cubicBezTo>
                  <a:cubicBezTo>
                    <a:pt x="33" y="83"/>
                    <a:pt x="27" y="87"/>
                    <a:pt x="16" y="87"/>
                  </a:cubicBezTo>
                  <a:cubicBezTo>
                    <a:pt x="12" y="87"/>
                    <a:pt x="10" y="85"/>
                    <a:pt x="8" y="81"/>
                  </a:cubicBezTo>
                  <a:cubicBezTo>
                    <a:pt x="6" y="76"/>
                    <a:pt x="6" y="71"/>
                    <a:pt x="6" y="65"/>
                  </a:cubicBezTo>
                  <a:cubicBezTo>
                    <a:pt x="6" y="62"/>
                    <a:pt x="6" y="59"/>
                    <a:pt x="6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467381" y="802424"/>
            <a:ext cx="960649" cy="958410"/>
            <a:chOff x="2105799" y="20055838"/>
            <a:chExt cx="6748090" cy="6732363"/>
          </a:xfrm>
          <a:solidFill>
            <a:srgbClr val="C00000"/>
          </a:solidFill>
        </p:grpSpPr>
        <p:sp>
          <p:nvSpPr>
            <p:cNvPr id="8" name="Freeform 8"/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9" name="Freeform 42"/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0" name="Freeform 43"/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1" name="Freeform 44"/>
            <p:cNvSpPr/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2" name="Freeform 45"/>
            <p:cNvSpPr/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3" name="Freeform 46"/>
            <p:cNvSpPr/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4" name="Freeform 47"/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5" name="Freeform 48"/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6" name="Freeform 49"/>
            <p:cNvSpPr/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7" name="Freeform 50"/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8" name="Freeform 51"/>
            <p:cNvSpPr/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9" name="Freeform 52"/>
            <p:cNvSpPr/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0" name="Freeform 53"/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1" name="Freeform 54"/>
            <p:cNvSpPr/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2" name="Freeform 55"/>
            <p:cNvSpPr/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3" name="Freeform 56"/>
            <p:cNvSpPr/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4" name="Freeform 57"/>
            <p:cNvSpPr/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5" name="Freeform 58"/>
            <p:cNvSpPr/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6" name="Freeform 59"/>
            <p:cNvSpPr/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7" name="Freeform 60"/>
            <p:cNvSpPr/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8" name="Freeform 61"/>
            <p:cNvSpPr/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29" name="Freeform 62"/>
            <p:cNvSpPr/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30" name="Freeform 71"/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1450346" y="3054172"/>
            <a:ext cx="93472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300" normalizeH="0" baseline="0" noProof="0" dirty="0">
                <a:ln>
                  <a:noFill/>
                </a:ln>
                <a:solidFill>
                  <a:srgbClr val="9A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感谢聆听</a:t>
            </a:r>
            <a:endParaRPr kumimoji="0" lang="zh-CN" altLang="en-US" sz="4800" b="1" i="0" u="none" strike="noStrike" kern="1200" cap="none" spc="300" normalizeH="0" baseline="0" noProof="0" dirty="0">
              <a:ln>
                <a:noFill/>
              </a:ln>
              <a:solidFill>
                <a:srgbClr val="9A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68" name="矩形 67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9A0000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N2YzNjBkOTgyNWQ1YTMxYzM3MzMwNWFiODNmOWIzYWMifQ=="/>
  <p:tag name="KSO_WPP_MARK_KEY" val="a95407d0-7f16-4cf8-9f4f-6037ef7e8894"/>
</p:tagLst>
</file>

<file path=ppt/theme/theme1.xml><?xml version="1.0" encoding="utf-8"?>
<a:theme xmlns:a="http://schemas.openxmlformats.org/drawingml/2006/main" name="Office 主题">
  <a:themeElements>
    <a:clrScheme name="工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A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WPS 文字</Application>
  <PresentationFormat>宽屏</PresentationFormat>
  <Paragraphs>55</Paragraphs>
  <Slides>11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Wingdings</vt:lpstr>
      <vt:lpstr>Verdana</vt:lpstr>
      <vt:lpstr>宋体</vt:lpstr>
      <vt:lpstr>Arial Unicode MS</vt:lpstr>
      <vt:lpstr>汉仪书宋二KW</vt:lpstr>
      <vt:lpstr>华文楷体</vt:lpstr>
      <vt:lpstr>Consolas</vt:lpstr>
      <vt:lpstr>苹方-简</vt:lpstr>
      <vt:lpstr>Calibri</vt:lpstr>
      <vt:lpstr>Helvetica Neue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XinZhang</cp:lastModifiedBy>
  <cp:revision>598</cp:revision>
  <dcterms:created xsi:type="dcterms:W3CDTF">2025-12-10T02:29:24Z</dcterms:created>
  <dcterms:modified xsi:type="dcterms:W3CDTF">2025-12-10T02:29:24Z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1DDC292DBEE54F608D28A6F83C555C7C</vt:lpwstr>
  </property>
  <property fmtid="{D5CDD505-2E9C-101B-9397-08002B2CF9AE}" pid="3" name="KSOProductBuildVer">
    <vt:lpwstr>2052-6.11.0.8608</vt:lpwstr>
  </property>
</Properties>
</file>